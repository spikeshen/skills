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22"/>
  </p:notesMasterIdLst>
  <p:sldIdLst>
    <p:sldId id="285" r:id="rId5"/>
    <p:sldId id="297" r:id="rId6"/>
    <p:sldId id="296" r:id="rId7"/>
    <p:sldId id="294" r:id="rId8"/>
    <p:sldId id="299" r:id="rId9"/>
    <p:sldId id="315" r:id="rId10"/>
    <p:sldId id="306" r:id="rId11"/>
    <p:sldId id="307" r:id="rId12"/>
    <p:sldId id="305" r:id="rId13"/>
    <p:sldId id="304" r:id="rId14"/>
    <p:sldId id="303" r:id="rId15"/>
    <p:sldId id="311" r:id="rId16"/>
    <p:sldId id="314" r:id="rId17"/>
    <p:sldId id="312" r:id="rId18"/>
    <p:sldId id="308" r:id="rId19"/>
    <p:sldId id="313" r:id="rId20"/>
    <p:sldId id="30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9" userDrawn="1">
          <p15:clr>
            <a:srgbClr val="A4A3A4"/>
          </p15:clr>
        </p15:guide>
        <p15:guide id="2" orient="horz" pos="3864" userDrawn="1">
          <p15:clr>
            <a:srgbClr val="A4A3A4"/>
          </p15:clr>
        </p15:guide>
        <p15:guide id="3" orient="horz" pos="3216" userDrawn="1">
          <p15:clr>
            <a:srgbClr val="A4A3A4"/>
          </p15:clr>
        </p15:guide>
        <p15:guide id="4" orient="horz" pos="4261" userDrawn="1">
          <p15:clr>
            <a:srgbClr val="A4A3A4"/>
          </p15:clr>
        </p15:guide>
        <p15:guide id="5" orient="horz" pos="1800" userDrawn="1">
          <p15:clr>
            <a:srgbClr val="A4A3A4"/>
          </p15:clr>
        </p15:guide>
        <p15:guide id="6" orient="horz" pos="1837" userDrawn="1">
          <p15:clr>
            <a:srgbClr val="A4A3A4"/>
          </p15:clr>
        </p15:guide>
        <p15:guide id="7" orient="horz" pos="2771" userDrawn="1">
          <p15:clr>
            <a:srgbClr val="A4A3A4"/>
          </p15:clr>
        </p15:guide>
        <p15:guide id="8" orient="horz" pos="167" userDrawn="1">
          <p15:clr>
            <a:srgbClr val="A4A3A4"/>
          </p15:clr>
        </p15:guide>
        <p15:guide id="9" orient="horz" pos="2808" userDrawn="1">
          <p15:clr>
            <a:srgbClr val="A4A3A4"/>
          </p15:clr>
        </p15:guide>
        <p15:guide id="10" orient="horz" pos="3812" userDrawn="1">
          <p15:clr>
            <a:srgbClr val="A4A3A4"/>
          </p15:clr>
        </p15:guide>
        <p15:guide id="11" pos="1280" userDrawn="1">
          <p15:clr>
            <a:srgbClr val="A4A3A4"/>
          </p15:clr>
        </p15:guide>
        <p15:guide id="12" pos="2340" userDrawn="1">
          <p15:clr>
            <a:srgbClr val="A4A3A4"/>
          </p15:clr>
        </p15:guide>
        <p15:guide id="13" pos="3844" userDrawn="1">
          <p15:clr>
            <a:srgbClr val="A4A3A4"/>
          </p15:clr>
        </p15:guide>
        <p15:guide id="14" pos="3359" userDrawn="1">
          <p15:clr>
            <a:srgbClr val="A4A3A4"/>
          </p15:clr>
        </p15:guide>
        <p15:guide id="15" pos="6387" userDrawn="1">
          <p15:clr>
            <a:srgbClr val="A4A3A4"/>
          </p15:clr>
        </p15:guide>
        <p15:guide id="16" pos="3316" userDrawn="1">
          <p15:clr>
            <a:srgbClr val="A4A3A4"/>
          </p15:clr>
        </p15:guide>
        <p15:guide id="17" pos="2296" userDrawn="1">
          <p15:clr>
            <a:srgbClr val="A4A3A4"/>
          </p15:clr>
        </p15:guide>
        <p15:guide id="18" pos="1316" userDrawn="1">
          <p15:clr>
            <a:srgbClr val="A4A3A4"/>
          </p15:clr>
        </p15:guide>
        <p15:guide id="19" pos="6424" userDrawn="1">
          <p15:clr>
            <a:srgbClr val="A4A3A4"/>
          </p15:clr>
        </p15:guide>
        <p15:guide id="20" pos="4343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380" userDrawn="1">
          <p15:clr>
            <a:srgbClr val="A4A3A4"/>
          </p15:clr>
        </p15:guide>
        <p15:guide id="23" pos="5363" userDrawn="1">
          <p15:clr>
            <a:srgbClr val="A4A3A4"/>
          </p15:clr>
        </p15:guide>
        <p15:guide id="24" pos="5404" userDrawn="1">
          <p15:clr>
            <a:srgbClr val="A4A3A4"/>
          </p15:clr>
        </p15:guide>
        <p15:guide id="25" pos="7392" userDrawn="1">
          <p15:clr>
            <a:srgbClr val="A4A3A4"/>
          </p15:clr>
        </p15:guide>
        <p15:guide id="26" pos="293" userDrawn="1">
          <p15:clr>
            <a:srgbClr val="A4A3A4"/>
          </p15:clr>
        </p15:guide>
        <p15:guide id="27" pos="46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313A40"/>
    <a:srgbClr val="34373A"/>
    <a:srgbClr val="FFBD50"/>
    <a:srgbClr val="797979"/>
    <a:srgbClr val="EB6100"/>
    <a:srgbClr val="EBB11E"/>
    <a:srgbClr val="F2F2F2"/>
    <a:srgbClr val="9E9F9F"/>
    <a:srgbClr val="595A5D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5" autoAdjust="0"/>
    <p:restoredTop sz="94581" autoAdjust="0"/>
  </p:normalViewPr>
  <p:slideViewPr>
    <p:cSldViewPr snapToGrid="0" showGuides="1">
      <p:cViewPr varScale="1">
        <p:scale>
          <a:sx n="83" d="100"/>
          <a:sy n="83" d="100"/>
        </p:scale>
        <p:origin x="955" y="62"/>
      </p:cViewPr>
      <p:guideLst>
        <p:guide orient="horz" pos="859"/>
        <p:guide orient="horz" pos="3864"/>
        <p:guide orient="horz" pos="3216"/>
        <p:guide orient="horz" pos="4261"/>
        <p:guide orient="horz" pos="1800"/>
        <p:guide orient="horz" pos="1837"/>
        <p:guide orient="horz" pos="2771"/>
        <p:guide orient="horz" pos="167"/>
        <p:guide orient="horz" pos="2808"/>
        <p:guide orient="horz" pos="3812"/>
        <p:guide pos="1280"/>
        <p:guide pos="2340"/>
        <p:guide pos="3844"/>
        <p:guide pos="3359"/>
        <p:guide pos="6387"/>
        <p:guide pos="3316"/>
        <p:guide pos="2296"/>
        <p:guide pos="1316"/>
        <p:guide pos="6424"/>
        <p:guide pos="4343"/>
        <p:guide/>
        <p:guide pos="4380"/>
        <p:guide pos="5363"/>
        <p:guide pos="5404"/>
        <p:guide pos="7392"/>
        <p:guide pos="293"/>
        <p:guide pos="46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49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3/19/2023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09585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609585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609585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609585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609585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>
            <a:extLst>
              <a:ext uri="{FF2B5EF4-FFF2-40B4-BE49-F238E27FC236}">
                <a16:creationId xmlns:a16="http://schemas.microsoft.com/office/drawing/2014/main" id="{9E2F0452-B5F9-AC4A-90E9-153592EA75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Arial" panose="020B060402020202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AAE5C5-5216-4C79-9E35-4FDCC958F0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8EBB1B8-182D-4519-BEC3-FE46E73072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32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>
            <a:extLst>
              <a:ext uri="{FF2B5EF4-FFF2-40B4-BE49-F238E27FC236}">
                <a16:creationId xmlns:a16="http://schemas.microsoft.com/office/drawing/2014/main" id="{19EE95E0-4693-1F4B-B77C-672D238FE006}"/>
              </a:ext>
            </a:extLst>
          </p:cNvPr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321D7AE-2EAE-4E4D-A037-AC78AF5F53DF}"/>
              </a:ext>
            </a:extLst>
          </p:cNvPr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BE616913-094D-4845-B70F-A95862E7E0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C5EF7BF-20A1-1044-8B56-080EB6A1FE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7466BE11-EE9B-0D4A-98C9-A711DFAE7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D9D08A4-2F9C-E542-89EF-9013C35680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  <p:extLst>
      <p:ext uri="{BB962C8B-B14F-4D97-AF65-F5344CB8AC3E}">
        <p14:creationId xmlns:p14="http://schemas.microsoft.com/office/powerpoint/2010/main" val="136524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>
            <a:extLst>
              <a:ext uri="{FF2B5EF4-FFF2-40B4-BE49-F238E27FC236}">
                <a16:creationId xmlns:a16="http://schemas.microsoft.com/office/drawing/2014/main" id="{B474B251-92BA-C448-B3E7-56E71D84CB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>
            <a:extLst>
              <a:ext uri="{FF2B5EF4-FFF2-40B4-BE49-F238E27FC236}">
                <a16:creationId xmlns:a16="http://schemas.microsoft.com/office/drawing/2014/main" id="{9B930DC4-6382-9041-ABE8-BA375956387F}"/>
              </a:ext>
            </a:extLst>
          </p:cNvPr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66E64D42-A5AD-0941-9CDC-40BE7E2E33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>
            <a:extLst>
              <a:ext uri="{FF2B5EF4-FFF2-40B4-BE49-F238E27FC236}">
                <a16:creationId xmlns:a16="http://schemas.microsoft.com/office/drawing/2014/main" id="{BF96546A-4677-B845-8E31-7AD83E64AB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357BAF-00D5-9848-8323-5B4C980359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4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4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45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5FC3C1-9579-5A42-891B-A6C82187DF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957518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5FC3C1-9579-5A42-891B-A6C82187DF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8791D437-104E-0B4F-B3C4-2A9997C955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59978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5FC3C1-9579-5A42-891B-A6C82187DFE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0ADD10DB-0A22-ED45-8A26-AA82ED747CD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BE6C94B7-6094-104B-8FBE-B448576A0C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6572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>
            <a:extLst>
              <a:ext uri="{FF2B5EF4-FFF2-40B4-BE49-F238E27FC236}">
                <a16:creationId xmlns:a16="http://schemas.microsoft.com/office/drawing/2014/main" id="{A36179E0-186A-BA4B-AE51-75F4AA948B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  <a:alphaModFix amt="10000"/>
          </a:blip>
          <a:srcRect l="12152"/>
          <a:stretch/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>
            <a:extLst>
              <a:ext uri="{FF2B5EF4-FFF2-40B4-BE49-F238E27FC236}">
                <a16:creationId xmlns:a16="http://schemas.microsoft.com/office/drawing/2014/main" id="{AA8D2251-B364-2246-9F7F-8BB5D5B0F6D7}"/>
              </a:ext>
            </a:extLst>
          </p:cNvPr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/>
              <a:cs typeface="Arial"/>
              <a:sym typeface="+mn-lt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66E64D42-A5AD-0941-9CDC-40BE7E2E33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>
            <a:extLst>
              <a:ext uri="{FF2B5EF4-FFF2-40B4-BE49-F238E27FC236}">
                <a16:creationId xmlns:a16="http://schemas.microsoft.com/office/drawing/2014/main" id="{BF96546A-4677-B845-8E31-7AD83E64AB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357BAF-00D5-9848-8323-5B4C980359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7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>
            <a:extLst>
              <a:ext uri="{FF2B5EF4-FFF2-40B4-BE49-F238E27FC236}">
                <a16:creationId xmlns:a16="http://schemas.microsoft.com/office/drawing/2014/main" id="{BCD7A0A1-7D59-374F-A088-4D4CC6D6D8E3}"/>
              </a:ext>
            </a:extLst>
          </p:cNvPr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1" name="2">
            <a:extLst>
              <a:ext uri="{FF2B5EF4-FFF2-40B4-BE49-F238E27FC236}">
                <a16:creationId xmlns:a16="http://schemas.microsoft.com/office/drawing/2014/main" id="{D755E37A-45A9-B349-B038-81547D8747AD}"/>
              </a:ext>
            </a:extLst>
          </p:cNvPr>
          <p:cNvSpPr/>
          <p:nvPr userDrawn="1"/>
        </p:nvSpPr>
        <p:spPr>
          <a:xfrm>
            <a:off x="1157424" y="3933378"/>
            <a:ext cx="510891" cy="704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defTabSz="914400">
              <a:defRPr sz="12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655FE8EF-E347-344C-B7AA-EDDCC98C0260}"/>
              </a:ext>
            </a:extLst>
          </p:cNvPr>
          <p:cNvCxnSpPr/>
          <p:nvPr userDrawn="1"/>
        </p:nvCxnSpPr>
        <p:spPr>
          <a:xfrm>
            <a:off x="922247" y="2546429"/>
            <a:ext cx="2042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D141C3C8-456D-B44B-840B-7F9BB2183B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72B5D38-327F-483D-A23A-6CAC1D7AC5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B0364C8-FE52-4447-973D-26086CF8B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2338" y="2146300"/>
            <a:ext cx="2492375" cy="40005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Subheading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1093C086-25E8-4E6D-9506-5B5793015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2337" y="2774951"/>
            <a:ext cx="5739719" cy="1493456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massa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Cum sociis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natoque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penatibus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et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magnis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dis parturient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montes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nascetur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ridiculus</a:t>
            </a:r>
            <a:r>
              <a:rPr lang="en-US" altLang="zh-CN" sz="18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mus. </a:t>
            </a:r>
          </a:p>
        </p:txBody>
      </p:sp>
    </p:spTree>
    <p:extLst>
      <p:ext uri="{BB962C8B-B14F-4D97-AF65-F5344CB8AC3E}">
        <p14:creationId xmlns:p14="http://schemas.microsoft.com/office/powerpoint/2010/main" val="126881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ldLvl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>
            <a:extLst>
              <a:ext uri="{FF2B5EF4-FFF2-40B4-BE49-F238E27FC236}">
                <a16:creationId xmlns:a16="http://schemas.microsoft.com/office/drawing/2014/main" id="{7E383729-B030-C14A-8D6B-D773C177C27B}"/>
              </a:ext>
            </a:extLst>
          </p:cNvPr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 dirty="0">
              <a:solidFill>
                <a:schemeClr val="lt1"/>
              </a:solidFill>
              <a:latin typeface="Arial" panose="020B0604020202020204" pitchFamily="34" charset="0"/>
              <a:cs typeface="+mn-ea"/>
            </a:endParaRPr>
          </a:p>
        </p:txBody>
      </p:sp>
      <p:sp>
        <p:nvSpPr>
          <p:cNvPr id="6" name="Oval">
            <a:extLst>
              <a:ext uri="{FF2B5EF4-FFF2-40B4-BE49-F238E27FC236}">
                <a16:creationId xmlns:a16="http://schemas.microsoft.com/office/drawing/2014/main" id="{C9673BCD-55FC-104D-A29E-0E2116F972F8}"/>
              </a:ext>
            </a:extLst>
          </p:cNvPr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 dirty="0">
              <a:latin typeface="Arial" panose="020B0604020202020204" pitchFamily="34" charset="0"/>
              <a:cs typeface="+mn-ea"/>
            </a:endParaRPr>
          </a:p>
        </p:txBody>
      </p:sp>
      <p:sp>
        <p:nvSpPr>
          <p:cNvPr id="7" name="Oval">
            <a:extLst>
              <a:ext uri="{FF2B5EF4-FFF2-40B4-BE49-F238E27FC236}">
                <a16:creationId xmlns:a16="http://schemas.microsoft.com/office/drawing/2014/main" id="{D100D519-F531-0649-A232-A232983711AA}"/>
              </a:ext>
            </a:extLst>
          </p:cNvPr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 dirty="0">
              <a:solidFill>
                <a:schemeClr val="lt1"/>
              </a:solidFill>
              <a:latin typeface="Arial" panose="020B0604020202020204" pitchFamily="34" charset="0"/>
              <a:cs typeface="+mn-ea"/>
            </a:endParaRPr>
          </a:p>
        </p:txBody>
      </p:sp>
      <p:sp>
        <p:nvSpPr>
          <p:cNvPr id="8" name="Oval">
            <a:extLst>
              <a:ext uri="{FF2B5EF4-FFF2-40B4-BE49-F238E27FC236}">
                <a16:creationId xmlns:a16="http://schemas.microsoft.com/office/drawing/2014/main" id="{2A2E2949-6E74-F742-8BBC-FEB37E1C1C0A}"/>
              </a:ext>
            </a:extLst>
          </p:cNvPr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 dirty="0">
              <a:solidFill>
                <a:schemeClr val="lt1"/>
              </a:solidFill>
              <a:latin typeface="Arial" panose="020B0604020202020204" pitchFamily="34" charset="0"/>
              <a:cs typeface="+mn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E65930-461E-0B40-B0B6-84D8613B55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>
            <a:extLst>
              <a:ext uri="{FF2B5EF4-FFF2-40B4-BE49-F238E27FC236}">
                <a16:creationId xmlns:a16="http://schemas.microsoft.com/office/drawing/2014/main" id="{F03E79FE-C04C-684E-9309-7F18A6D125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>
            <a:extLst>
              <a:ext uri="{FF2B5EF4-FFF2-40B4-BE49-F238E27FC236}">
                <a16:creationId xmlns:a16="http://schemas.microsoft.com/office/drawing/2014/main" id="{4237455C-67B7-564B-BD44-1A3747604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>
            <a:extLst>
              <a:ext uri="{FF2B5EF4-FFF2-40B4-BE49-F238E27FC236}">
                <a16:creationId xmlns:a16="http://schemas.microsoft.com/office/drawing/2014/main" id="{95767338-E640-FB48-85B1-05D7B505B8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7987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046714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>
            <a:extLst>
              <a:ext uri="{FF2B5EF4-FFF2-40B4-BE49-F238E27FC236}">
                <a16:creationId xmlns:a16="http://schemas.microsoft.com/office/drawing/2014/main" id="{E1797A83-98AD-DB4D-A275-47DC9A8D9B01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23291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  <p:extLst>
      <p:ext uri="{BB962C8B-B14F-4D97-AF65-F5344CB8AC3E}">
        <p14:creationId xmlns:p14="http://schemas.microsoft.com/office/powerpoint/2010/main" val="385464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>
            <a:extLst>
              <a:ext uri="{FF2B5EF4-FFF2-40B4-BE49-F238E27FC236}">
                <a16:creationId xmlns:a16="http://schemas.microsoft.com/office/drawing/2014/main" id="{A97A54AD-11BB-F74D-A285-9D08CE0FBB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Arial" panose="020B060402020202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908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pPr/>
              <a:t>3/19/2023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31F7773-8C8F-4B42-81BD-EE6B847AA9FC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DB98A2-5410-4FB4-A6D9-AA76581030FB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4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7" r:id="rId2"/>
    <p:sldLayoutId id="2147483716" r:id="rId3"/>
    <p:sldLayoutId id="2147483714" r:id="rId4"/>
    <p:sldLayoutId id="2147483701" r:id="rId5"/>
    <p:sldLayoutId id="2147483720" r:id="rId6"/>
    <p:sldLayoutId id="2147483707" r:id="rId7"/>
    <p:sldLayoutId id="2147483721" r:id="rId8"/>
    <p:sldLayoutId id="2147483722" r:id="rId9"/>
    <p:sldLayoutId id="2147483719" r:id="rId10"/>
    <p:sldLayoutId id="2147483718" r:id="rId11"/>
    <p:sldLayoutId id="2147483724" r:id="rId12"/>
    <p:sldLayoutId id="2147483725" r:id="rId13"/>
    <p:sldLayoutId id="2147483723" r:id="rId14"/>
    <p:sldLayoutId id="2147483726" r:id="rId15"/>
    <p:sldLayoutId id="2147483713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NWCD Deck Template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44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C0D95E-6FF0-488F-9C8B-0D7C5824C96C}"/>
              </a:ext>
            </a:extLst>
          </p:cNvPr>
          <p:cNvSpPr txBox="1"/>
          <p:nvPr/>
        </p:nvSpPr>
        <p:spPr>
          <a:xfrm>
            <a:off x="673100" y="3040649"/>
            <a:ext cx="36327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400" b="1" i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kumimoji="1" lang="zh-CN" altLang="en-US" sz="4400" b="1" i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zh-CN" alt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endParaRPr kumimoji="1" lang="zh-CN" altLang="en-US" sz="4400" b="1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A54BFF52-40A1-412C-A23B-2B9A944F5E78}"/>
              </a:ext>
            </a:extLst>
          </p:cNvPr>
          <p:cNvSpPr txBox="1"/>
          <p:nvPr/>
        </p:nvSpPr>
        <p:spPr>
          <a:xfrm>
            <a:off x="5530089" y="1433515"/>
            <a:ext cx="87544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EB61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01</a:t>
            </a:r>
          </a:p>
        </p:txBody>
      </p:sp>
      <p:sp>
        <p:nvSpPr>
          <p:cNvPr id="4" name="文本框 6">
            <a:extLst>
              <a:ext uri="{FF2B5EF4-FFF2-40B4-BE49-F238E27FC236}">
                <a16:creationId xmlns:a16="http://schemas.microsoft.com/office/drawing/2014/main" id="{9E626EFD-0B5B-4E5F-89C2-5662283E905F}"/>
              </a:ext>
            </a:extLst>
          </p:cNvPr>
          <p:cNvSpPr txBox="1"/>
          <p:nvPr/>
        </p:nvSpPr>
        <p:spPr>
          <a:xfrm>
            <a:off x="6538967" y="1445145"/>
            <a:ext cx="3887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Fill in the topics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文本框 7">
            <a:extLst>
              <a:ext uri="{FF2B5EF4-FFF2-40B4-BE49-F238E27FC236}">
                <a16:creationId xmlns:a16="http://schemas.microsoft.com/office/drawing/2014/main" id="{5FAF9A41-0D69-455C-9852-D796BAC05325}"/>
              </a:ext>
            </a:extLst>
          </p:cNvPr>
          <p:cNvSpPr txBox="1"/>
          <p:nvPr/>
        </p:nvSpPr>
        <p:spPr>
          <a:xfrm>
            <a:off x="6538968" y="1930934"/>
            <a:ext cx="433215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Text or Copy Your text and   paste it here. </a:t>
            </a: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5E1BCDDA-28F8-425F-A748-F5584FA7F7BA}"/>
              </a:ext>
            </a:extLst>
          </p:cNvPr>
          <p:cNvSpPr txBox="1"/>
          <p:nvPr/>
        </p:nvSpPr>
        <p:spPr>
          <a:xfrm>
            <a:off x="5530089" y="2617336"/>
            <a:ext cx="8754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EB61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02</a:t>
            </a:r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1221A8CB-AD86-4C58-923D-0F7422F4028F}"/>
              </a:ext>
            </a:extLst>
          </p:cNvPr>
          <p:cNvSpPr txBox="1"/>
          <p:nvPr/>
        </p:nvSpPr>
        <p:spPr>
          <a:xfrm>
            <a:off x="6538967" y="2628966"/>
            <a:ext cx="3492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FFFF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</a:defRPr>
            </a:lvl1pPr>
          </a:lstStyle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Fill in the topics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文本框 11">
            <a:extLst>
              <a:ext uri="{FF2B5EF4-FFF2-40B4-BE49-F238E27FC236}">
                <a16:creationId xmlns:a16="http://schemas.microsoft.com/office/drawing/2014/main" id="{498374AE-F786-4A00-9AB0-CBB34254E9A2}"/>
              </a:ext>
            </a:extLst>
          </p:cNvPr>
          <p:cNvSpPr txBox="1"/>
          <p:nvPr/>
        </p:nvSpPr>
        <p:spPr>
          <a:xfrm>
            <a:off x="6538968" y="3114756"/>
            <a:ext cx="433215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Text or Copy Your text and   paste it here. </a:t>
            </a:r>
          </a:p>
        </p:txBody>
      </p:sp>
      <p:sp>
        <p:nvSpPr>
          <p:cNvPr id="9" name="文本框 13">
            <a:extLst>
              <a:ext uri="{FF2B5EF4-FFF2-40B4-BE49-F238E27FC236}">
                <a16:creationId xmlns:a16="http://schemas.microsoft.com/office/drawing/2014/main" id="{CBABD85F-B1A8-44CA-AE13-304B72A481B4}"/>
              </a:ext>
            </a:extLst>
          </p:cNvPr>
          <p:cNvSpPr txBox="1"/>
          <p:nvPr/>
        </p:nvSpPr>
        <p:spPr>
          <a:xfrm>
            <a:off x="5530089" y="3760756"/>
            <a:ext cx="8754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EB61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03</a:t>
            </a:r>
          </a:p>
        </p:txBody>
      </p:sp>
      <p:sp>
        <p:nvSpPr>
          <p:cNvPr id="10" name="文本框 14">
            <a:extLst>
              <a:ext uri="{FF2B5EF4-FFF2-40B4-BE49-F238E27FC236}">
                <a16:creationId xmlns:a16="http://schemas.microsoft.com/office/drawing/2014/main" id="{3DF3B1E4-0CC8-44E4-8FD6-713238E64B96}"/>
              </a:ext>
            </a:extLst>
          </p:cNvPr>
          <p:cNvSpPr txBox="1"/>
          <p:nvPr/>
        </p:nvSpPr>
        <p:spPr>
          <a:xfrm>
            <a:off x="6538967" y="3772386"/>
            <a:ext cx="3492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FFFF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</a:defRPr>
            </a:lvl1pPr>
          </a:lstStyle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Fill in the topics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11" name="文本框 15">
            <a:extLst>
              <a:ext uri="{FF2B5EF4-FFF2-40B4-BE49-F238E27FC236}">
                <a16:creationId xmlns:a16="http://schemas.microsoft.com/office/drawing/2014/main" id="{BB7BB956-9755-4E30-8775-31EAE8B4CDAC}"/>
              </a:ext>
            </a:extLst>
          </p:cNvPr>
          <p:cNvSpPr txBox="1"/>
          <p:nvPr/>
        </p:nvSpPr>
        <p:spPr>
          <a:xfrm>
            <a:off x="6538968" y="4258176"/>
            <a:ext cx="4332157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Text or Copy Your text and   paste it here.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BDBBBD-AA02-46A0-89E1-A0C4A7450B5A}"/>
              </a:ext>
            </a:extLst>
          </p:cNvPr>
          <p:cNvSpPr txBox="1"/>
          <p:nvPr/>
        </p:nvSpPr>
        <p:spPr>
          <a:xfrm>
            <a:off x="5530089" y="4871905"/>
            <a:ext cx="8754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EB6100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04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1F9F690-3177-49DB-94C5-6DC832EDA252}"/>
              </a:ext>
            </a:extLst>
          </p:cNvPr>
          <p:cNvSpPr txBox="1"/>
          <p:nvPr/>
        </p:nvSpPr>
        <p:spPr>
          <a:xfrm>
            <a:off x="6538967" y="4883535"/>
            <a:ext cx="349202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rgbClr val="FFFFFF"/>
                </a:solidFill>
                <a:latin typeface="庞门正道标题体" panose="02010600030101010101" pitchFamily="2" charset="-122"/>
                <a:ea typeface="庞门正道标题体" panose="02010600030101010101" pitchFamily="2" charset="-122"/>
              </a:defRPr>
            </a:lvl1pPr>
          </a:lstStyle>
          <a:p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Fill in the topics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E94C43-F86A-45ED-8D86-50E548434183}"/>
              </a:ext>
            </a:extLst>
          </p:cNvPr>
          <p:cNvSpPr txBox="1"/>
          <p:nvPr/>
        </p:nvSpPr>
        <p:spPr>
          <a:xfrm>
            <a:off x="6538969" y="5369324"/>
            <a:ext cx="452386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Text or Copy Your text and   paste it here. </a:t>
            </a:r>
          </a:p>
        </p:txBody>
      </p:sp>
    </p:spTree>
    <p:extLst>
      <p:ext uri="{BB962C8B-B14F-4D97-AF65-F5344CB8AC3E}">
        <p14:creationId xmlns:p14="http://schemas.microsoft.com/office/powerpoint/2010/main" val="350528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90244-1BDE-B249-9EFE-F62F02867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D4161B-742C-BE44-9F65-94856C7A4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631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8C1AAB6-09C2-0F46-8180-E1B77D5BBD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E8E007-76F5-6949-9B30-C9616A83D2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706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976" y="2154825"/>
            <a:ext cx="9224047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0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22FA8082-95BD-FA1B-F719-96B965D3982A}"/>
              </a:ext>
            </a:extLst>
          </p:cNvPr>
          <p:cNvGrpSpPr/>
          <p:nvPr/>
        </p:nvGrpSpPr>
        <p:grpSpPr>
          <a:xfrm>
            <a:off x="8746165" y="3050044"/>
            <a:ext cx="2809393" cy="2377492"/>
            <a:chOff x="536648" y="3068320"/>
            <a:chExt cx="9366105" cy="270162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5F8D1BA-20A6-509D-C1DE-43D92A65397A}"/>
                </a:ext>
              </a:extLst>
            </p:cNvPr>
            <p:cNvSpPr/>
            <p:nvPr/>
          </p:nvSpPr>
          <p:spPr>
            <a:xfrm>
              <a:off x="536648" y="3665833"/>
              <a:ext cx="9366105" cy="2104116"/>
            </a:xfrm>
            <a:prstGeom prst="rect">
              <a:avLst/>
            </a:prstGeom>
            <a:gradFill>
              <a:gsLst>
                <a:gs pos="0">
                  <a:srgbClr val="E61A97">
                    <a:alpha val="20000"/>
                  </a:srgbClr>
                </a:gs>
                <a:gs pos="82000">
                  <a:srgbClr val="9434A1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27" name="梯形 26">
              <a:extLst>
                <a:ext uri="{FF2B5EF4-FFF2-40B4-BE49-F238E27FC236}">
                  <a16:creationId xmlns:a16="http://schemas.microsoft.com/office/drawing/2014/main" id="{3CA9B168-CFF2-9CD5-0DB2-B57FA97B97B7}"/>
                </a:ext>
              </a:extLst>
            </p:cNvPr>
            <p:cNvSpPr/>
            <p:nvPr/>
          </p:nvSpPr>
          <p:spPr>
            <a:xfrm>
              <a:off x="536648" y="3068320"/>
              <a:ext cx="9366105" cy="597513"/>
            </a:xfrm>
            <a:prstGeom prst="trapezoid">
              <a:avLst>
                <a:gd name="adj" fmla="val 112273"/>
              </a:avLst>
            </a:prstGeom>
            <a:gradFill>
              <a:gsLst>
                <a:gs pos="100000">
                  <a:srgbClr val="9434A1">
                    <a:alpha val="28000"/>
                  </a:srgbClr>
                </a:gs>
                <a:gs pos="0">
                  <a:srgbClr val="FF9900">
                    <a:alpha val="0"/>
                  </a:srgbClr>
                </a:gs>
              </a:gsLst>
              <a:lin ang="5400000" scaled="1"/>
            </a:gradFill>
            <a:ln>
              <a:gradFill>
                <a:gsLst>
                  <a:gs pos="40000">
                    <a:srgbClr val="FF9900">
                      <a:alpha val="0"/>
                    </a:srgbClr>
                  </a:gs>
                  <a:gs pos="100000">
                    <a:srgbClr val="9434A1">
                      <a:alpha val="9000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Source Han Sans SC" panose="020B0500000000000000" pitchFamily="34" charset="-128"/>
                <a:cs typeface="Amazon Ember" panose="020B0603020204020204" pitchFamily="34" charset="0"/>
              </a:endParaRPr>
            </a:p>
          </p:txBody>
        </p:sp>
        <p:pic>
          <p:nvPicPr>
            <p:cNvPr id="28" name="图片 27" descr="黑暗中的光&#10;&#10;描述已自动生成">
              <a:extLst>
                <a:ext uri="{FF2B5EF4-FFF2-40B4-BE49-F238E27FC236}">
                  <a16:creationId xmlns:a16="http://schemas.microsoft.com/office/drawing/2014/main" id="{53CA26F1-EE58-887B-6A0B-555CEE504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18021" y="3573780"/>
              <a:ext cx="3603361" cy="203498"/>
            </a:xfrm>
            <a:prstGeom prst="rect">
              <a:avLst/>
            </a:prstGeom>
          </p:spPr>
        </p:pic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8B626A-E17F-58C6-F3DD-70BD5F35DDEC}"/>
              </a:ext>
            </a:extLst>
          </p:cNvPr>
          <p:cNvGrpSpPr/>
          <p:nvPr/>
        </p:nvGrpSpPr>
        <p:grpSpPr>
          <a:xfrm>
            <a:off x="4784813" y="3050044"/>
            <a:ext cx="2809393" cy="2377492"/>
            <a:chOff x="536648" y="3068320"/>
            <a:chExt cx="9366105" cy="2701629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287D73D-E900-CE4F-A6B9-3F3D9B4746EF}"/>
                </a:ext>
              </a:extLst>
            </p:cNvPr>
            <p:cNvSpPr/>
            <p:nvPr/>
          </p:nvSpPr>
          <p:spPr>
            <a:xfrm>
              <a:off x="536648" y="3665833"/>
              <a:ext cx="9366105" cy="2104116"/>
            </a:xfrm>
            <a:prstGeom prst="rect">
              <a:avLst/>
            </a:prstGeom>
            <a:gradFill>
              <a:gsLst>
                <a:gs pos="0">
                  <a:srgbClr val="E61A97">
                    <a:alpha val="20000"/>
                  </a:srgbClr>
                </a:gs>
                <a:gs pos="82000">
                  <a:srgbClr val="9434A1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31" name="梯形 30">
              <a:extLst>
                <a:ext uri="{FF2B5EF4-FFF2-40B4-BE49-F238E27FC236}">
                  <a16:creationId xmlns:a16="http://schemas.microsoft.com/office/drawing/2014/main" id="{5ED93C07-80F1-EA8D-BFBC-73F42FC74415}"/>
                </a:ext>
              </a:extLst>
            </p:cNvPr>
            <p:cNvSpPr/>
            <p:nvPr/>
          </p:nvSpPr>
          <p:spPr>
            <a:xfrm>
              <a:off x="536648" y="3068320"/>
              <a:ext cx="9366105" cy="597513"/>
            </a:xfrm>
            <a:prstGeom prst="trapezoid">
              <a:avLst>
                <a:gd name="adj" fmla="val 112273"/>
              </a:avLst>
            </a:prstGeom>
            <a:gradFill>
              <a:gsLst>
                <a:gs pos="100000">
                  <a:srgbClr val="9434A1">
                    <a:alpha val="28000"/>
                  </a:srgbClr>
                </a:gs>
                <a:gs pos="0">
                  <a:srgbClr val="FF9900">
                    <a:alpha val="0"/>
                  </a:srgbClr>
                </a:gs>
              </a:gsLst>
              <a:lin ang="5400000" scaled="1"/>
            </a:gradFill>
            <a:ln>
              <a:gradFill>
                <a:gsLst>
                  <a:gs pos="40000">
                    <a:srgbClr val="FF9900">
                      <a:alpha val="0"/>
                    </a:srgbClr>
                  </a:gs>
                  <a:gs pos="100000">
                    <a:srgbClr val="9434A1">
                      <a:alpha val="9000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Source Han Sans SC" panose="020B0500000000000000" pitchFamily="34" charset="-128"/>
                <a:cs typeface="Amazon Ember" panose="020B0603020204020204" pitchFamily="34" charset="0"/>
              </a:endParaRPr>
            </a:p>
          </p:txBody>
        </p:sp>
        <p:pic>
          <p:nvPicPr>
            <p:cNvPr id="32" name="图片 31" descr="黑暗中的光&#10;&#10;描述已自动生成">
              <a:extLst>
                <a:ext uri="{FF2B5EF4-FFF2-40B4-BE49-F238E27FC236}">
                  <a16:creationId xmlns:a16="http://schemas.microsoft.com/office/drawing/2014/main" id="{B84CBFD6-FFD7-3D8A-42EB-B1CE9C77F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18021" y="3573780"/>
              <a:ext cx="3603361" cy="203498"/>
            </a:xfrm>
            <a:prstGeom prst="rect">
              <a:avLst/>
            </a:prstGeom>
          </p:spPr>
        </p:pic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F13E77C-191B-94B5-8AE1-72570B3A52CE}"/>
              </a:ext>
            </a:extLst>
          </p:cNvPr>
          <p:cNvGrpSpPr/>
          <p:nvPr/>
        </p:nvGrpSpPr>
        <p:grpSpPr>
          <a:xfrm>
            <a:off x="735443" y="3050045"/>
            <a:ext cx="2809393" cy="2377492"/>
            <a:chOff x="536648" y="3068320"/>
            <a:chExt cx="9366105" cy="2701629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2B031C9-5E8E-17A4-4C1C-8AB7FFE24541}"/>
                </a:ext>
              </a:extLst>
            </p:cNvPr>
            <p:cNvSpPr/>
            <p:nvPr/>
          </p:nvSpPr>
          <p:spPr>
            <a:xfrm>
              <a:off x="536648" y="3665833"/>
              <a:ext cx="9366105" cy="2104116"/>
            </a:xfrm>
            <a:prstGeom prst="rect">
              <a:avLst/>
            </a:prstGeom>
            <a:gradFill>
              <a:gsLst>
                <a:gs pos="0">
                  <a:srgbClr val="E61A97">
                    <a:alpha val="20000"/>
                  </a:srgbClr>
                </a:gs>
                <a:gs pos="82000">
                  <a:srgbClr val="9434A1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endParaRPr>
            </a:p>
          </p:txBody>
        </p:sp>
        <p:sp>
          <p:nvSpPr>
            <p:cNvPr id="35" name="梯形 34">
              <a:extLst>
                <a:ext uri="{FF2B5EF4-FFF2-40B4-BE49-F238E27FC236}">
                  <a16:creationId xmlns:a16="http://schemas.microsoft.com/office/drawing/2014/main" id="{19B7DC8C-2738-EE96-CD71-4C87DC3C362F}"/>
                </a:ext>
              </a:extLst>
            </p:cNvPr>
            <p:cNvSpPr/>
            <p:nvPr/>
          </p:nvSpPr>
          <p:spPr>
            <a:xfrm>
              <a:off x="536648" y="3068320"/>
              <a:ext cx="9366105" cy="597513"/>
            </a:xfrm>
            <a:prstGeom prst="trapezoid">
              <a:avLst>
                <a:gd name="adj" fmla="val 112273"/>
              </a:avLst>
            </a:prstGeom>
            <a:gradFill>
              <a:gsLst>
                <a:gs pos="100000">
                  <a:srgbClr val="9434A1">
                    <a:alpha val="28000"/>
                  </a:srgbClr>
                </a:gs>
                <a:gs pos="0">
                  <a:srgbClr val="FF9900">
                    <a:alpha val="0"/>
                  </a:srgbClr>
                </a:gs>
              </a:gsLst>
              <a:lin ang="5400000" scaled="1"/>
            </a:gradFill>
            <a:ln>
              <a:gradFill>
                <a:gsLst>
                  <a:gs pos="40000">
                    <a:srgbClr val="FF9900">
                      <a:alpha val="0"/>
                    </a:srgbClr>
                  </a:gs>
                  <a:gs pos="100000">
                    <a:srgbClr val="9434A1">
                      <a:alpha val="9000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Source Han Sans SC" panose="020B0500000000000000" pitchFamily="34" charset="-128"/>
                <a:cs typeface="Amazon Ember" panose="020B0603020204020204" pitchFamily="34" charset="0"/>
              </a:endParaRPr>
            </a:p>
          </p:txBody>
        </p:sp>
        <p:pic>
          <p:nvPicPr>
            <p:cNvPr id="36" name="图片 35" descr="黑暗中的光&#10;&#10;描述已自动生成">
              <a:extLst>
                <a:ext uri="{FF2B5EF4-FFF2-40B4-BE49-F238E27FC236}">
                  <a16:creationId xmlns:a16="http://schemas.microsoft.com/office/drawing/2014/main" id="{17623E4B-3302-7079-8AFA-91743EC9A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18021" y="3573780"/>
              <a:ext cx="3603361" cy="203498"/>
            </a:xfrm>
            <a:prstGeom prst="rect">
              <a:avLst/>
            </a:prstGeom>
          </p:spPr>
        </p:pic>
      </p:grpSp>
      <p:sp>
        <p:nvSpPr>
          <p:cNvPr id="37" name="Rectangle 3">
            <a:extLst>
              <a:ext uri="{FF2B5EF4-FFF2-40B4-BE49-F238E27FC236}">
                <a16:creationId xmlns:a16="http://schemas.microsoft.com/office/drawing/2014/main" id="{471AFB3C-CD0B-3234-268F-3490F0C2FD5F}"/>
              </a:ext>
            </a:extLst>
          </p:cNvPr>
          <p:cNvSpPr/>
          <p:nvPr/>
        </p:nvSpPr>
        <p:spPr>
          <a:xfrm>
            <a:off x="548043" y="4163745"/>
            <a:ext cx="3003673" cy="30777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每天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Source Han Sans SC" panose="020B0500000000000000" pitchFamily="34" charset="-128"/>
                <a:cs typeface="Amazon Ember" panose="020B0603020204020204" pitchFamily="34" charset="0"/>
              </a:rPr>
              <a:t>启动的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实例</a:t>
            </a:r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91ECB26A-CB63-75E4-E0C4-27ADC3ACDF6B}"/>
              </a:ext>
            </a:extLst>
          </p:cNvPr>
          <p:cNvSpPr/>
          <p:nvPr/>
        </p:nvSpPr>
        <p:spPr>
          <a:xfrm>
            <a:off x="910262" y="2434492"/>
            <a:ext cx="2634574" cy="6155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0">
                      <a:srgbClr val="7437E6"/>
                    </a:gs>
                    <a:gs pos="100000">
                      <a:srgbClr val="EE767D"/>
                    </a:gs>
                  </a:gsLst>
                  <a:lin ang="0" scaled="0"/>
                </a:gra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1亿</a:t>
            </a:r>
          </a:p>
        </p:txBody>
      </p:sp>
      <p:sp>
        <p:nvSpPr>
          <p:cNvPr id="39" name="Rectangle 1">
            <a:extLst>
              <a:ext uri="{FF2B5EF4-FFF2-40B4-BE49-F238E27FC236}">
                <a16:creationId xmlns:a16="http://schemas.microsoft.com/office/drawing/2014/main" id="{C88A52EB-D3DC-D861-31DE-3B2E8BEE5C82}"/>
              </a:ext>
            </a:extLst>
          </p:cNvPr>
          <p:cNvSpPr/>
          <p:nvPr/>
        </p:nvSpPr>
        <p:spPr>
          <a:xfrm>
            <a:off x="4340947" y="2345311"/>
            <a:ext cx="3697126" cy="6155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0">
                      <a:srgbClr val="7437E6"/>
                    </a:gs>
                    <a:gs pos="100000">
                      <a:srgbClr val="EE767D"/>
                    </a:gs>
                  </a:gsLst>
                  <a:lin ang="0" scaled="0"/>
                </a:gra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300亿</a:t>
            </a: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B6D491BF-3AC7-6B13-D815-4CEB9F7B0A19}"/>
              </a:ext>
            </a:extLst>
          </p:cNvPr>
          <p:cNvSpPr txBox="1"/>
          <p:nvPr/>
        </p:nvSpPr>
        <p:spPr>
          <a:xfrm>
            <a:off x="4704839" y="4122929"/>
            <a:ext cx="29693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2006年以来</a:t>
            </a:r>
            <a:r>
              <a: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Source Han Sans SC" panose="020B0500000000000000" pitchFamily="34" charset="-128"/>
                <a:cs typeface="Amazon Ember" panose="020B0603020204020204" pitchFamily="34" charset="0"/>
              </a:rPr>
              <a:t>创建</a:t>
            </a:r>
            <a:r>
              <a:rPr kumimoji="0" 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的实例</a:t>
            </a: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CC3A82DF-055A-795C-41E1-7A4DFD4978DB}"/>
              </a:ext>
            </a:extLst>
          </p:cNvPr>
          <p:cNvSpPr/>
          <p:nvPr/>
        </p:nvSpPr>
        <p:spPr>
          <a:xfrm>
            <a:off x="9356685" y="4169095"/>
            <a:ext cx="1588352" cy="30777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全球用户</a:t>
            </a: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mazon Ember" panose="020B0603020204020204" pitchFamily="34" charset="0"/>
              <a:ea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42" name="Rectangle 9">
            <a:extLst>
              <a:ext uri="{FF2B5EF4-FFF2-40B4-BE49-F238E27FC236}">
                <a16:creationId xmlns:a16="http://schemas.microsoft.com/office/drawing/2014/main" id="{A10325C2-3E1F-0881-A5CF-6CDC6C73108E}"/>
              </a:ext>
            </a:extLst>
          </p:cNvPr>
          <p:cNvSpPr/>
          <p:nvPr/>
        </p:nvSpPr>
        <p:spPr>
          <a:xfrm>
            <a:off x="8919966" y="2303303"/>
            <a:ext cx="2441847" cy="6155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0">
                      <a:srgbClr val="7437E6"/>
                    </a:gs>
                    <a:gs pos="100000">
                      <a:srgbClr val="EE767D"/>
                    </a:gs>
                  </a:gsLst>
                  <a:lin ang="0" scaled="0"/>
                </a:gradFill>
                <a:effectLst/>
                <a:uLnTx/>
                <a:uFillTx/>
                <a:latin typeface="Amazon Ember" panose="020B0603020204020204" pitchFamily="34" charset="0"/>
                <a:ea typeface="Source Han Sans SC" panose="020B0500000000000000" pitchFamily="34" charset="-128"/>
                <a:cs typeface="Amazon Ember" panose="020B0603020204020204" pitchFamily="34" charset="0"/>
              </a:rPr>
              <a:t>数百</a:t>
            </a:r>
            <a:r>
              <a:rPr kumimoji="0" lang="en-US" sz="40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0">
                      <a:srgbClr val="7437E6"/>
                    </a:gs>
                    <a:gs pos="100000">
                      <a:srgbClr val="EE767D"/>
                    </a:gs>
                  </a:gsLst>
                  <a:lin ang="0" scaled="0"/>
                </a:gradFill>
                <a:effectLst/>
                <a:uLnTx/>
                <a:uFillTx/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万</a:t>
            </a:r>
          </a:p>
        </p:txBody>
      </p:sp>
      <p:sp>
        <p:nvSpPr>
          <p:cNvPr id="43" name="矩形: 圆角 10">
            <a:extLst>
              <a:ext uri="{FF2B5EF4-FFF2-40B4-BE49-F238E27FC236}">
                <a16:creationId xmlns:a16="http://schemas.microsoft.com/office/drawing/2014/main" id="{75A1489C-B610-6FA8-6D87-65DD8B2FAE3B}"/>
              </a:ext>
            </a:extLst>
          </p:cNvPr>
          <p:cNvSpPr/>
          <p:nvPr/>
        </p:nvSpPr>
        <p:spPr>
          <a:xfrm rot="5400000">
            <a:off x="2109725" y="3629615"/>
            <a:ext cx="3550122" cy="45719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61A97"/>
              </a:gs>
              <a:gs pos="0">
                <a:srgbClr val="FF9900">
                  <a:alpha val="0"/>
                </a:srgbClr>
              </a:gs>
              <a:gs pos="100000">
                <a:srgbClr val="9434A1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 panose="020B0603020204020204" pitchFamily="34" charset="0"/>
              <a:ea typeface="Source Han Sans SC" panose="020B0500000000000000" pitchFamily="34" charset="-128"/>
              <a:cs typeface="Amazon Ember" panose="020B0603020204020204" pitchFamily="34" charset="0"/>
            </a:endParaRPr>
          </a:p>
        </p:txBody>
      </p:sp>
      <p:sp>
        <p:nvSpPr>
          <p:cNvPr id="44" name="矩形: 圆角 23">
            <a:extLst>
              <a:ext uri="{FF2B5EF4-FFF2-40B4-BE49-F238E27FC236}">
                <a16:creationId xmlns:a16="http://schemas.microsoft.com/office/drawing/2014/main" id="{3B2AD23F-4258-1B5F-797B-A45EEA11BAC9}"/>
              </a:ext>
            </a:extLst>
          </p:cNvPr>
          <p:cNvSpPr/>
          <p:nvPr/>
        </p:nvSpPr>
        <p:spPr>
          <a:xfrm rot="5400000">
            <a:off x="6344420" y="3704850"/>
            <a:ext cx="3550122" cy="45719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rgbClr val="E61A97"/>
              </a:gs>
              <a:gs pos="0">
                <a:srgbClr val="FF9900">
                  <a:alpha val="0"/>
                </a:srgbClr>
              </a:gs>
              <a:gs pos="100000">
                <a:srgbClr val="9434A1">
                  <a:alpha val="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mazon Ember" panose="020B0603020204020204" pitchFamily="34" charset="0"/>
              <a:ea typeface="Source Han Sans SC" panose="020B0500000000000000" pitchFamily="34" charset="-128"/>
              <a:cs typeface="Amazon Ember" panose="020B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53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82BFF-A31B-3F4F-A441-F445487A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DFB5F6-F098-644B-B928-CF612544573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1525EA-BDDB-0E45-8CCA-412B7869186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953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D2D91-DFE9-9A4B-9E9F-2627A652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11AE9-D2AC-1145-AC48-18115EF062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A8E417-F3A3-8940-B4DC-3502CDC2C52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10926DD-2267-7049-83CA-64BEA6D13CA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454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36AE0-CA90-2B45-A3F2-9CF15A43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070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101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C48AF8F-53D4-4846-87E8-1C476F4D9E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4602B5-F3FC-5142-AA91-2C23451517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755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07C962-BB07-4F2A-A697-0D847EDCE5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D92AFBB-2835-494D-AD20-458198B0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AA60022-1B90-49A5-83A1-6AD9721C2C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776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4D318-1E32-F84E-B3B6-4219CA821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AA7004DC-8DB8-6D46-91FD-AA862B11C5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C0B0BC00-818B-2048-9F15-59C92C1A34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D588B989-EDF4-5C47-BA2B-65D9E1831D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36434A78-F78D-4545-B015-B86A1D0480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956F3A-85A9-47F4-A0CF-8409E0E98997}"/>
              </a:ext>
            </a:extLst>
          </p:cNvPr>
          <p:cNvSpPr txBox="1"/>
          <p:nvPr/>
        </p:nvSpPr>
        <p:spPr>
          <a:xfrm>
            <a:off x="2104123" y="1653966"/>
            <a:ext cx="3648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massa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Cum sociis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natoque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penatibus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et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magnis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dis parturient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montes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nascetur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ridiculus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mus.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B9F29E-1B16-4D0A-A2F6-6B1FCB0907D2}"/>
              </a:ext>
            </a:extLst>
          </p:cNvPr>
          <p:cNvSpPr txBox="1"/>
          <p:nvPr/>
        </p:nvSpPr>
        <p:spPr>
          <a:xfrm>
            <a:off x="2104123" y="1277274"/>
            <a:ext cx="3351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 Goal One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FE3987-12D1-418E-81BF-BCEC39FF9DF6}"/>
              </a:ext>
            </a:extLst>
          </p:cNvPr>
          <p:cNvSpPr txBox="1"/>
          <p:nvPr/>
        </p:nvSpPr>
        <p:spPr>
          <a:xfrm>
            <a:off x="7730156" y="1615592"/>
            <a:ext cx="3648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massa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Cum sociis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natoque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penatibus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et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magnis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dis parturient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montes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nascetur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ridiculus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mus.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3CF060-AD9B-4763-B9C8-D4EE6C7140BB}"/>
              </a:ext>
            </a:extLst>
          </p:cNvPr>
          <p:cNvSpPr txBox="1"/>
          <p:nvPr/>
        </p:nvSpPr>
        <p:spPr>
          <a:xfrm>
            <a:off x="7730156" y="1238900"/>
            <a:ext cx="3351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 Goal One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CB2D08-F398-43B1-8425-D2B113C9E097}"/>
              </a:ext>
            </a:extLst>
          </p:cNvPr>
          <p:cNvSpPr txBox="1"/>
          <p:nvPr/>
        </p:nvSpPr>
        <p:spPr>
          <a:xfrm>
            <a:off x="2104123" y="4139020"/>
            <a:ext cx="3648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massa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Cum sociis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natoque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penatibus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et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magnis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dis parturient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montes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nascetur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ridiculus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mus. 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7B9A39-A18A-42D3-8394-9AA8223D217A}"/>
              </a:ext>
            </a:extLst>
          </p:cNvPr>
          <p:cNvSpPr txBox="1"/>
          <p:nvPr/>
        </p:nvSpPr>
        <p:spPr>
          <a:xfrm>
            <a:off x="2104123" y="3762328"/>
            <a:ext cx="3351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 Goal One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55D170-7C64-434B-8FDD-6B24365A1553}"/>
              </a:ext>
            </a:extLst>
          </p:cNvPr>
          <p:cNvSpPr txBox="1"/>
          <p:nvPr/>
        </p:nvSpPr>
        <p:spPr>
          <a:xfrm>
            <a:off x="7743719" y="4055660"/>
            <a:ext cx="3648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massa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Cum sociis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natoque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penatibus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et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magnis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dis parturient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montes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nascetur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ridiculus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mus.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B5220A6-AA0F-4E14-B9EA-C2E3582724E9}"/>
              </a:ext>
            </a:extLst>
          </p:cNvPr>
          <p:cNvSpPr txBox="1"/>
          <p:nvPr/>
        </p:nvSpPr>
        <p:spPr>
          <a:xfrm>
            <a:off x="7743719" y="3678968"/>
            <a:ext cx="3351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 Goal One</a:t>
            </a:r>
          </a:p>
        </p:txBody>
      </p:sp>
    </p:spTree>
    <p:extLst>
      <p:ext uri="{BB962C8B-B14F-4D97-AF65-F5344CB8AC3E}">
        <p14:creationId xmlns:p14="http://schemas.microsoft.com/office/powerpoint/2010/main" val="140234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81460-CC63-C94D-9EC0-30DBB1FD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îṣlíde">
            <a:extLst>
              <a:ext uri="{FF2B5EF4-FFF2-40B4-BE49-F238E27FC236}">
                <a16:creationId xmlns:a16="http://schemas.microsoft.com/office/drawing/2014/main" id="{71F0599E-DF2D-4A49-950D-7DBD98CF5B84}"/>
              </a:ext>
            </a:extLst>
          </p:cNvPr>
          <p:cNvSpPr/>
          <p:nvPr/>
        </p:nvSpPr>
        <p:spPr bwMode="auto">
          <a:xfrm>
            <a:off x="1416869" y="3761638"/>
            <a:ext cx="1408662" cy="140866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îṧlîďè">
            <a:extLst>
              <a:ext uri="{FF2B5EF4-FFF2-40B4-BE49-F238E27FC236}">
                <a16:creationId xmlns:a16="http://schemas.microsoft.com/office/drawing/2014/main" id="{1805F34F-9242-4D7A-8BF9-B75FD4627B56}"/>
              </a:ext>
            </a:extLst>
          </p:cNvPr>
          <p:cNvSpPr/>
          <p:nvPr/>
        </p:nvSpPr>
        <p:spPr bwMode="auto">
          <a:xfrm>
            <a:off x="4119783" y="2061428"/>
            <a:ext cx="1408662" cy="140866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îśḻide">
            <a:extLst>
              <a:ext uri="{FF2B5EF4-FFF2-40B4-BE49-F238E27FC236}">
                <a16:creationId xmlns:a16="http://schemas.microsoft.com/office/drawing/2014/main" id="{FC7FB8A8-3576-49E0-BBED-1C31B2A44749}"/>
              </a:ext>
            </a:extLst>
          </p:cNvPr>
          <p:cNvSpPr/>
          <p:nvPr/>
        </p:nvSpPr>
        <p:spPr bwMode="auto">
          <a:xfrm>
            <a:off x="6822697" y="3761638"/>
            <a:ext cx="1408662" cy="140866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îşḷïḍe">
            <a:extLst>
              <a:ext uri="{FF2B5EF4-FFF2-40B4-BE49-F238E27FC236}">
                <a16:creationId xmlns:a16="http://schemas.microsoft.com/office/drawing/2014/main" id="{79D5A5C3-BD9A-4F4A-81AC-DCA39C03AA1B}"/>
              </a:ext>
            </a:extLst>
          </p:cNvPr>
          <p:cNvSpPr/>
          <p:nvPr/>
        </p:nvSpPr>
        <p:spPr bwMode="auto">
          <a:xfrm>
            <a:off x="9525613" y="2061428"/>
            <a:ext cx="1408662" cy="140866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04</a:t>
            </a:r>
            <a:endParaRPr lang="zh-CN" alt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7" name="直接箭头连接符 9">
            <a:extLst>
              <a:ext uri="{FF2B5EF4-FFF2-40B4-BE49-F238E27FC236}">
                <a16:creationId xmlns:a16="http://schemas.microsoft.com/office/drawing/2014/main" id="{C707C249-15C6-42B4-86B2-73FDCFFF33E3}"/>
              </a:ext>
            </a:extLst>
          </p:cNvPr>
          <p:cNvCxnSpPr/>
          <p:nvPr/>
        </p:nvCxnSpPr>
        <p:spPr>
          <a:xfrm flipV="1">
            <a:off x="2978347" y="3275128"/>
            <a:ext cx="1359021" cy="1190841"/>
          </a:xfrm>
          <a:prstGeom prst="straightConnector1">
            <a:avLst/>
          </a:prstGeom>
          <a:ln w="3175" cap="rnd">
            <a:solidFill>
              <a:srgbClr val="FFBD50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10">
            <a:extLst>
              <a:ext uri="{FF2B5EF4-FFF2-40B4-BE49-F238E27FC236}">
                <a16:creationId xmlns:a16="http://schemas.microsoft.com/office/drawing/2014/main" id="{9C6DA16C-189E-43AC-8847-347A9BD6EA15}"/>
              </a:ext>
            </a:extLst>
          </p:cNvPr>
          <p:cNvCxnSpPr/>
          <p:nvPr/>
        </p:nvCxnSpPr>
        <p:spPr>
          <a:xfrm>
            <a:off x="5528445" y="3275128"/>
            <a:ext cx="1141436" cy="1190841"/>
          </a:xfrm>
          <a:prstGeom prst="straightConnector1">
            <a:avLst/>
          </a:prstGeom>
          <a:ln w="3175" cap="rnd">
            <a:solidFill>
              <a:srgbClr val="FFBD50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11">
            <a:extLst>
              <a:ext uri="{FF2B5EF4-FFF2-40B4-BE49-F238E27FC236}">
                <a16:creationId xmlns:a16="http://schemas.microsoft.com/office/drawing/2014/main" id="{27959DB6-FD9A-4532-83DB-2E864924E2F9}"/>
              </a:ext>
            </a:extLst>
          </p:cNvPr>
          <p:cNvCxnSpPr/>
          <p:nvPr/>
        </p:nvCxnSpPr>
        <p:spPr>
          <a:xfrm flipV="1">
            <a:off x="8384176" y="3275128"/>
            <a:ext cx="1353867" cy="1190841"/>
          </a:xfrm>
          <a:prstGeom prst="straightConnector1">
            <a:avLst/>
          </a:prstGeom>
          <a:ln w="3175" cap="rnd">
            <a:solidFill>
              <a:srgbClr val="FFBD50"/>
            </a:solidFill>
            <a:prstDash val="dash"/>
            <a:round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A1A5EA2-A65D-4055-A185-B812AAF65AB8}"/>
              </a:ext>
            </a:extLst>
          </p:cNvPr>
          <p:cNvSpPr txBox="1"/>
          <p:nvPr/>
        </p:nvSpPr>
        <p:spPr>
          <a:xfrm>
            <a:off x="815515" y="1744205"/>
            <a:ext cx="2645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C9559F-B6E3-4EA2-823A-48ACC51186F9}"/>
              </a:ext>
            </a:extLst>
          </p:cNvPr>
          <p:cNvSpPr txBox="1"/>
          <p:nvPr/>
        </p:nvSpPr>
        <p:spPr>
          <a:xfrm>
            <a:off x="815514" y="1372435"/>
            <a:ext cx="1150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Process 1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605D8F-1533-4E08-8118-E83546F2D83B}"/>
              </a:ext>
            </a:extLst>
          </p:cNvPr>
          <p:cNvSpPr txBox="1"/>
          <p:nvPr/>
        </p:nvSpPr>
        <p:spPr>
          <a:xfrm>
            <a:off x="3729226" y="4554574"/>
            <a:ext cx="2645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0E413-59A9-441C-8257-C1D9F76E2053}"/>
              </a:ext>
            </a:extLst>
          </p:cNvPr>
          <p:cNvSpPr txBox="1"/>
          <p:nvPr/>
        </p:nvSpPr>
        <p:spPr>
          <a:xfrm>
            <a:off x="3729225" y="4182804"/>
            <a:ext cx="1150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Process 2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75372C-28CF-431D-AA4E-5F2236E1AF18}"/>
              </a:ext>
            </a:extLst>
          </p:cNvPr>
          <p:cNvSpPr txBox="1"/>
          <p:nvPr/>
        </p:nvSpPr>
        <p:spPr>
          <a:xfrm>
            <a:off x="6486508" y="1744205"/>
            <a:ext cx="2645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7D61A7-A516-4D88-B6A4-6B7EF586A6A3}"/>
              </a:ext>
            </a:extLst>
          </p:cNvPr>
          <p:cNvSpPr txBox="1"/>
          <p:nvPr/>
        </p:nvSpPr>
        <p:spPr>
          <a:xfrm>
            <a:off x="6486507" y="1372435"/>
            <a:ext cx="1150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Process 3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8524FE-7BAA-494C-9D15-F1FA617343FD}"/>
              </a:ext>
            </a:extLst>
          </p:cNvPr>
          <p:cNvSpPr txBox="1"/>
          <p:nvPr/>
        </p:nvSpPr>
        <p:spPr>
          <a:xfrm>
            <a:off x="9131824" y="4533798"/>
            <a:ext cx="2645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Lorem ipsum dolor sit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amet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,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consectetuer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adipiscing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elit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Aenean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commodo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ligula </a:t>
            </a:r>
            <a:r>
              <a:rPr lang="en-US" altLang="zh-CN" sz="160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eget</a:t>
            </a:r>
            <a:r>
              <a:rPr lang="en-US" altLang="zh-CN" sz="16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dolor.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F59654-9C23-4A88-BF50-65FE5966765E}"/>
              </a:ext>
            </a:extLst>
          </p:cNvPr>
          <p:cNvSpPr txBox="1"/>
          <p:nvPr/>
        </p:nvSpPr>
        <p:spPr>
          <a:xfrm>
            <a:off x="9131823" y="4162028"/>
            <a:ext cx="1150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Process 4</a:t>
            </a:r>
          </a:p>
        </p:txBody>
      </p:sp>
    </p:spTree>
    <p:extLst>
      <p:ext uri="{BB962C8B-B14F-4D97-AF65-F5344CB8AC3E}">
        <p14:creationId xmlns:p14="http://schemas.microsoft.com/office/powerpoint/2010/main" val="2265538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5" grpId="0" bldLvl="0" animBg="1"/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B59E5-4C7F-9641-9610-CAA4A607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FD9D964F-4B44-9F4D-BF40-B2D2C480385F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09976499"/>
              </p:ext>
            </p:extLst>
          </p:nvPr>
        </p:nvGraphicFramePr>
        <p:xfrm>
          <a:off x="922338" y="1139825"/>
          <a:ext cx="10475910" cy="4693617"/>
        </p:xfrm>
        <a:graphic>
          <a:graphicData uri="http://schemas.openxmlformats.org/drawingml/2006/table">
            <a:tbl>
              <a:tblPr firstRow="1" firstCol="1"/>
              <a:tblGrid>
                <a:gridCol w="2095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5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7404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Product Name 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1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Own Product</a:t>
                      </a: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1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Competitor One</a:t>
                      </a: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1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Competitor Two</a:t>
                      </a: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100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Competitor Three</a:t>
                      </a: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6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241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Design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241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Price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241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Performance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607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Quality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241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Additional Features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241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Equipment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0401">
                <a:tc>
                  <a:txBody>
                    <a:bodyPr/>
                    <a:lstStyle/>
                    <a:p>
                      <a:pPr algn="ctr" defTabSz="914400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600" b="0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Arial" panose="020B0604020202020204" pitchFamily="34" charset="0"/>
                          <a:ea typeface="Montserrat Regular"/>
                          <a:cs typeface="Arial" panose="020B0604020202020204" pitchFamily="34" charset="0"/>
                        </a:rPr>
                        <a:t>Service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defTabSz="1828342">
                        <a:defRPr sz="3000" b="1">
                          <a:solidFill>
                            <a:srgbClr val="384F63"/>
                          </a:solidFill>
                          <a:latin typeface="Helvetica"/>
                          <a:ea typeface="Helvetica"/>
                          <a:cs typeface="Helvetica"/>
                        </a:defRPr>
                      </a:pPr>
                      <a:endParaRPr sz="1600" b="0" dirty="0">
                        <a:latin typeface="Arial" panose="020B0604020202020204" pitchFamily="34" charset="0"/>
                        <a:ea typeface="Montserrat Regular"/>
                        <a:cs typeface="Arial" panose="020B0604020202020204" pitchFamily="34" charset="0"/>
                      </a:endParaRPr>
                    </a:p>
                  </a:txBody>
                  <a:tcPr marL="49339" marR="49339" marT="49339" marB="49339" anchor="ctr" horzOverflow="overflow">
                    <a:lnL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ircle">
            <a:extLst>
              <a:ext uri="{FF2B5EF4-FFF2-40B4-BE49-F238E27FC236}">
                <a16:creationId xmlns:a16="http://schemas.microsoft.com/office/drawing/2014/main" id="{F7A3B80F-93ED-1F46-AC21-81DBEE0AF9F9}"/>
              </a:ext>
            </a:extLst>
          </p:cNvPr>
          <p:cNvSpPr>
            <a:spLocks noChangeAspect="1"/>
          </p:cNvSpPr>
          <p:nvPr/>
        </p:nvSpPr>
        <p:spPr>
          <a:xfrm>
            <a:off x="3826031" y="2047514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7E9F8912-CA04-644B-A7AD-C91C2AC8EF7D}"/>
              </a:ext>
            </a:extLst>
          </p:cNvPr>
          <p:cNvSpPr>
            <a:spLocks noChangeAspect="1"/>
          </p:cNvSpPr>
          <p:nvPr/>
        </p:nvSpPr>
        <p:spPr>
          <a:xfrm>
            <a:off x="3826031" y="2607556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7" name="Circle">
            <a:extLst>
              <a:ext uri="{FF2B5EF4-FFF2-40B4-BE49-F238E27FC236}">
                <a16:creationId xmlns:a16="http://schemas.microsoft.com/office/drawing/2014/main" id="{29042858-EE4F-2C48-9D48-0891FE760A0E}"/>
              </a:ext>
            </a:extLst>
          </p:cNvPr>
          <p:cNvSpPr>
            <a:spLocks noChangeAspect="1"/>
          </p:cNvSpPr>
          <p:nvPr/>
        </p:nvSpPr>
        <p:spPr>
          <a:xfrm>
            <a:off x="3826031" y="3167598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66D95C6A-EAAC-A446-B961-11E35D2E974C}"/>
              </a:ext>
            </a:extLst>
          </p:cNvPr>
          <p:cNvSpPr>
            <a:spLocks noChangeAspect="1"/>
          </p:cNvSpPr>
          <p:nvPr/>
        </p:nvSpPr>
        <p:spPr>
          <a:xfrm>
            <a:off x="3826031" y="3727640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B4E70F2D-80AD-1843-A402-CEDCEEEC4DF2}"/>
              </a:ext>
            </a:extLst>
          </p:cNvPr>
          <p:cNvSpPr>
            <a:spLocks noChangeAspect="1"/>
          </p:cNvSpPr>
          <p:nvPr/>
        </p:nvSpPr>
        <p:spPr>
          <a:xfrm>
            <a:off x="3826031" y="4287682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66269F7F-BFDF-7043-9614-8AB26F65447A}"/>
              </a:ext>
            </a:extLst>
          </p:cNvPr>
          <p:cNvSpPr>
            <a:spLocks noChangeAspect="1"/>
          </p:cNvSpPr>
          <p:nvPr/>
        </p:nvSpPr>
        <p:spPr>
          <a:xfrm>
            <a:off x="3826031" y="4847724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6C22D5F3-7A45-DB4B-99B7-87E623E454E7}"/>
              </a:ext>
            </a:extLst>
          </p:cNvPr>
          <p:cNvSpPr>
            <a:spLocks noChangeAspect="1"/>
          </p:cNvSpPr>
          <p:nvPr/>
        </p:nvSpPr>
        <p:spPr>
          <a:xfrm>
            <a:off x="3826031" y="5407764"/>
            <a:ext cx="216000" cy="216000"/>
          </a:xfrm>
          <a:prstGeom prst="ellipse">
            <a:avLst/>
          </a:prstGeom>
          <a:solidFill>
            <a:srgbClr val="FFBD5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2" name="Circle">
            <a:extLst>
              <a:ext uri="{FF2B5EF4-FFF2-40B4-BE49-F238E27FC236}">
                <a16:creationId xmlns:a16="http://schemas.microsoft.com/office/drawing/2014/main" id="{53B28673-5C40-0B41-9B6B-EE8F2C5F150B}"/>
              </a:ext>
            </a:extLst>
          </p:cNvPr>
          <p:cNvSpPr>
            <a:spLocks noChangeAspect="1"/>
          </p:cNvSpPr>
          <p:nvPr/>
        </p:nvSpPr>
        <p:spPr>
          <a:xfrm>
            <a:off x="6010564" y="2048536"/>
            <a:ext cx="216000" cy="216000"/>
          </a:xfrm>
          <a:prstGeom prst="ellipse">
            <a:avLst/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3" name="Circle">
            <a:extLst>
              <a:ext uri="{FF2B5EF4-FFF2-40B4-BE49-F238E27FC236}">
                <a16:creationId xmlns:a16="http://schemas.microsoft.com/office/drawing/2014/main" id="{1A1D8486-8BA8-7A49-B6F4-75978F5FA5F1}"/>
              </a:ext>
            </a:extLst>
          </p:cNvPr>
          <p:cNvSpPr>
            <a:spLocks noChangeAspect="1"/>
          </p:cNvSpPr>
          <p:nvPr/>
        </p:nvSpPr>
        <p:spPr>
          <a:xfrm>
            <a:off x="8075396" y="2607555"/>
            <a:ext cx="216000" cy="216000"/>
          </a:xfrm>
          <a:prstGeom prst="ellipse">
            <a:avLst/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4" name="Circle">
            <a:extLst>
              <a:ext uri="{FF2B5EF4-FFF2-40B4-BE49-F238E27FC236}">
                <a16:creationId xmlns:a16="http://schemas.microsoft.com/office/drawing/2014/main" id="{62272945-79E3-1445-A8AB-AA68F9D2795A}"/>
              </a:ext>
            </a:extLst>
          </p:cNvPr>
          <p:cNvSpPr>
            <a:spLocks noChangeAspect="1"/>
          </p:cNvSpPr>
          <p:nvPr/>
        </p:nvSpPr>
        <p:spPr>
          <a:xfrm>
            <a:off x="10248827" y="3727639"/>
            <a:ext cx="216000" cy="216000"/>
          </a:xfrm>
          <a:prstGeom prst="ellipse">
            <a:avLst/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8A77B651-7E6E-6047-B07A-C21DEAAC6F6E}"/>
              </a:ext>
            </a:extLst>
          </p:cNvPr>
          <p:cNvSpPr>
            <a:spLocks noChangeAspect="1"/>
          </p:cNvSpPr>
          <p:nvPr/>
        </p:nvSpPr>
        <p:spPr>
          <a:xfrm>
            <a:off x="8075395" y="4287681"/>
            <a:ext cx="216000" cy="216000"/>
          </a:xfrm>
          <a:prstGeom prst="ellipse">
            <a:avLst/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67D886AD-50A1-B648-BDC2-91A71E9540B2}"/>
              </a:ext>
            </a:extLst>
          </p:cNvPr>
          <p:cNvSpPr>
            <a:spLocks noChangeAspect="1"/>
          </p:cNvSpPr>
          <p:nvPr/>
        </p:nvSpPr>
        <p:spPr>
          <a:xfrm>
            <a:off x="6010564" y="4847724"/>
            <a:ext cx="216000" cy="216000"/>
          </a:xfrm>
          <a:prstGeom prst="ellipse">
            <a:avLst/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7" name="Circle">
            <a:extLst>
              <a:ext uri="{FF2B5EF4-FFF2-40B4-BE49-F238E27FC236}">
                <a16:creationId xmlns:a16="http://schemas.microsoft.com/office/drawing/2014/main" id="{F66F6CC8-4874-1646-BEA0-9742A73E2EDA}"/>
              </a:ext>
            </a:extLst>
          </p:cNvPr>
          <p:cNvSpPr>
            <a:spLocks noChangeAspect="1"/>
          </p:cNvSpPr>
          <p:nvPr/>
        </p:nvSpPr>
        <p:spPr>
          <a:xfrm>
            <a:off x="10264912" y="5407763"/>
            <a:ext cx="216000" cy="216000"/>
          </a:xfrm>
          <a:prstGeom prst="ellipse">
            <a:avLst/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8096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D1646-B611-9242-AF8E-5E02F61D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406837F-EB18-454E-8272-632669B44CD7}"/>
              </a:ext>
            </a:extLst>
          </p:cNvPr>
          <p:cNvGrpSpPr/>
          <p:nvPr/>
        </p:nvGrpSpPr>
        <p:grpSpPr>
          <a:xfrm>
            <a:off x="4622238" y="2210764"/>
            <a:ext cx="475891" cy="474562"/>
            <a:chOff x="4147676" y="2152891"/>
            <a:chExt cx="475891" cy="474562"/>
          </a:xfrm>
        </p:grpSpPr>
        <p:sp>
          <p:nvSpPr>
            <p:cNvPr id="4" name="Circle">
              <a:extLst>
                <a:ext uri="{FF2B5EF4-FFF2-40B4-BE49-F238E27FC236}">
                  <a16:creationId xmlns:a16="http://schemas.microsoft.com/office/drawing/2014/main" id="{2D43BE8B-63EB-A943-A71D-67D8CF0589EC}"/>
                </a:ext>
              </a:extLst>
            </p:cNvPr>
            <p:cNvSpPr/>
            <p:nvPr/>
          </p:nvSpPr>
          <p:spPr>
            <a:xfrm>
              <a:off x="4147676" y="2152891"/>
              <a:ext cx="475891" cy="474562"/>
            </a:xfrm>
            <a:prstGeom prst="ellipse">
              <a:avLst/>
            </a:prstGeom>
            <a:gradFill>
              <a:gsLst>
                <a:gs pos="1000">
                  <a:schemeClr val="accent1"/>
                </a:gs>
                <a:gs pos="99000">
                  <a:schemeClr val="accent2"/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dirty="0">
                <a:solidFill>
                  <a:schemeClr val="lt1"/>
                </a:solidFill>
                <a:cs typeface="+mn-ea"/>
              </a:endParaRPr>
            </a:p>
          </p:txBody>
        </p:sp>
        <p:sp>
          <p:nvSpPr>
            <p:cNvPr id="5" name="Shape">
              <a:extLst>
                <a:ext uri="{FF2B5EF4-FFF2-40B4-BE49-F238E27FC236}">
                  <a16:creationId xmlns:a16="http://schemas.microsoft.com/office/drawing/2014/main" id="{218B5872-1280-754F-949A-042029764438}"/>
                </a:ext>
              </a:extLst>
            </p:cNvPr>
            <p:cNvSpPr/>
            <p:nvPr/>
          </p:nvSpPr>
          <p:spPr>
            <a:xfrm>
              <a:off x="4258779" y="2260607"/>
              <a:ext cx="250469" cy="2497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086" h="21600" extrusionOk="0">
                  <a:moveTo>
                    <a:pt x="11502" y="10309"/>
                  </a:moveTo>
                  <a:cubicBezTo>
                    <a:pt x="11767" y="10309"/>
                    <a:pt x="11981" y="10090"/>
                    <a:pt x="11981" y="9818"/>
                  </a:cubicBezTo>
                  <a:cubicBezTo>
                    <a:pt x="11981" y="9547"/>
                    <a:pt x="11767" y="9327"/>
                    <a:pt x="11502" y="9327"/>
                  </a:cubicBezTo>
                  <a:cubicBezTo>
                    <a:pt x="11237" y="9327"/>
                    <a:pt x="11022" y="9547"/>
                    <a:pt x="11022" y="9818"/>
                  </a:cubicBezTo>
                  <a:cubicBezTo>
                    <a:pt x="11022" y="10090"/>
                    <a:pt x="11237" y="10309"/>
                    <a:pt x="11502" y="10309"/>
                  </a:cubicBezTo>
                  <a:moveTo>
                    <a:pt x="15818" y="4909"/>
                  </a:moveTo>
                  <a:cubicBezTo>
                    <a:pt x="16083" y="4909"/>
                    <a:pt x="16297" y="5129"/>
                    <a:pt x="16297" y="5400"/>
                  </a:cubicBezTo>
                  <a:cubicBezTo>
                    <a:pt x="16297" y="5672"/>
                    <a:pt x="16083" y="5891"/>
                    <a:pt x="15818" y="5891"/>
                  </a:cubicBezTo>
                  <a:cubicBezTo>
                    <a:pt x="15553" y="5891"/>
                    <a:pt x="15338" y="5672"/>
                    <a:pt x="15338" y="5400"/>
                  </a:cubicBezTo>
                  <a:cubicBezTo>
                    <a:pt x="15338" y="5129"/>
                    <a:pt x="15553" y="4909"/>
                    <a:pt x="15818" y="4909"/>
                  </a:cubicBezTo>
                  <a:moveTo>
                    <a:pt x="15818" y="6873"/>
                  </a:moveTo>
                  <a:cubicBezTo>
                    <a:pt x="16612" y="6873"/>
                    <a:pt x="17256" y="6213"/>
                    <a:pt x="17256" y="5400"/>
                  </a:cubicBezTo>
                  <a:cubicBezTo>
                    <a:pt x="17256" y="4587"/>
                    <a:pt x="16612" y="3928"/>
                    <a:pt x="15818" y="3928"/>
                  </a:cubicBezTo>
                  <a:cubicBezTo>
                    <a:pt x="15023" y="3928"/>
                    <a:pt x="14379" y="4587"/>
                    <a:pt x="14379" y="5400"/>
                  </a:cubicBezTo>
                  <a:cubicBezTo>
                    <a:pt x="14379" y="6213"/>
                    <a:pt x="15023" y="6873"/>
                    <a:pt x="15818" y="6873"/>
                  </a:cubicBezTo>
                  <a:moveTo>
                    <a:pt x="12941" y="11782"/>
                  </a:moveTo>
                  <a:cubicBezTo>
                    <a:pt x="13206" y="11782"/>
                    <a:pt x="13420" y="11562"/>
                    <a:pt x="13420" y="11291"/>
                  </a:cubicBezTo>
                  <a:cubicBezTo>
                    <a:pt x="13420" y="11020"/>
                    <a:pt x="13206" y="10800"/>
                    <a:pt x="12941" y="10800"/>
                  </a:cubicBezTo>
                  <a:cubicBezTo>
                    <a:pt x="12675" y="10800"/>
                    <a:pt x="12461" y="11020"/>
                    <a:pt x="12461" y="11291"/>
                  </a:cubicBezTo>
                  <a:cubicBezTo>
                    <a:pt x="12461" y="11562"/>
                    <a:pt x="12675" y="11782"/>
                    <a:pt x="12941" y="11782"/>
                  </a:cubicBezTo>
                  <a:moveTo>
                    <a:pt x="10063" y="7855"/>
                  </a:moveTo>
                  <a:cubicBezTo>
                    <a:pt x="9798" y="7855"/>
                    <a:pt x="9584" y="8074"/>
                    <a:pt x="9584" y="8346"/>
                  </a:cubicBezTo>
                  <a:cubicBezTo>
                    <a:pt x="9584" y="8617"/>
                    <a:pt x="9798" y="8836"/>
                    <a:pt x="10063" y="8836"/>
                  </a:cubicBezTo>
                  <a:cubicBezTo>
                    <a:pt x="10328" y="8836"/>
                    <a:pt x="10543" y="8617"/>
                    <a:pt x="10543" y="8346"/>
                  </a:cubicBezTo>
                  <a:cubicBezTo>
                    <a:pt x="10543" y="8074"/>
                    <a:pt x="10328" y="7855"/>
                    <a:pt x="10063" y="7855"/>
                  </a:cubicBezTo>
                  <a:moveTo>
                    <a:pt x="1718" y="19842"/>
                  </a:moveTo>
                  <a:lnTo>
                    <a:pt x="3451" y="15392"/>
                  </a:lnTo>
                  <a:cubicBezTo>
                    <a:pt x="3684" y="15833"/>
                    <a:pt x="3973" y="16253"/>
                    <a:pt x="4312" y="16642"/>
                  </a:cubicBezTo>
                  <a:cubicBezTo>
                    <a:pt x="4824" y="17230"/>
                    <a:pt x="5418" y="17711"/>
                    <a:pt x="6061" y="18068"/>
                  </a:cubicBezTo>
                  <a:cubicBezTo>
                    <a:pt x="6061" y="18068"/>
                    <a:pt x="1718" y="19842"/>
                    <a:pt x="1718" y="19842"/>
                  </a:cubicBezTo>
                  <a:close/>
                  <a:moveTo>
                    <a:pt x="3717" y="12060"/>
                  </a:moveTo>
                  <a:lnTo>
                    <a:pt x="0" y="21600"/>
                  </a:lnTo>
                  <a:lnTo>
                    <a:pt x="9319" y="17795"/>
                  </a:lnTo>
                  <a:cubicBezTo>
                    <a:pt x="9153" y="17815"/>
                    <a:pt x="8987" y="17824"/>
                    <a:pt x="8822" y="17824"/>
                  </a:cubicBezTo>
                  <a:cubicBezTo>
                    <a:pt x="5971" y="17824"/>
                    <a:pt x="3389" y="15002"/>
                    <a:pt x="3717" y="12060"/>
                  </a:cubicBezTo>
                  <a:moveTo>
                    <a:pt x="16115" y="10657"/>
                  </a:moveTo>
                  <a:cubicBezTo>
                    <a:pt x="15925" y="10851"/>
                    <a:pt x="15627" y="11171"/>
                    <a:pt x="15280" y="11542"/>
                  </a:cubicBezTo>
                  <a:cubicBezTo>
                    <a:pt x="14662" y="12204"/>
                    <a:pt x="13712" y="13221"/>
                    <a:pt x="13147" y="13753"/>
                  </a:cubicBezTo>
                  <a:lnTo>
                    <a:pt x="7665" y="8141"/>
                  </a:lnTo>
                  <a:cubicBezTo>
                    <a:pt x="8185" y="7563"/>
                    <a:pt x="9179" y="6590"/>
                    <a:pt x="9825" y="5958"/>
                  </a:cubicBezTo>
                  <a:cubicBezTo>
                    <a:pt x="10188" y="5603"/>
                    <a:pt x="10500" y="5298"/>
                    <a:pt x="10690" y="5103"/>
                  </a:cubicBezTo>
                  <a:cubicBezTo>
                    <a:pt x="13284" y="2447"/>
                    <a:pt x="18271" y="993"/>
                    <a:pt x="20136" y="982"/>
                  </a:cubicBezTo>
                  <a:cubicBezTo>
                    <a:pt x="20132" y="2572"/>
                    <a:pt x="18824" y="7884"/>
                    <a:pt x="16115" y="10657"/>
                  </a:cubicBezTo>
                  <a:moveTo>
                    <a:pt x="12477" y="14563"/>
                  </a:moveTo>
                  <a:cubicBezTo>
                    <a:pt x="12127" y="15873"/>
                    <a:pt x="11665" y="17072"/>
                    <a:pt x="11154" y="18035"/>
                  </a:cubicBezTo>
                  <a:cubicBezTo>
                    <a:pt x="10943" y="17454"/>
                    <a:pt x="10642" y="16798"/>
                    <a:pt x="10214" y="16110"/>
                  </a:cubicBezTo>
                  <a:cubicBezTo>
                    <a:pt x="10035" y="15823"/>
                    <a:pt x="9728" y="15656"/>
                    <a:pt x="9405" y="15656"/>
                  </a:cubicBezTo>
                  <a:cubicBezTo>
                    <a:pt x="9329" y="15656"/>
                    <a:pt x="9252" y="15665"/>
                    <a:pt x="9176" y="15684"/>
                  </a:cubicBezTo>
                  <a:cubicBezTo>
                    <a:pt x="8990" y="15731"/>
                    <a:pt x="8799" y="15755"/>
                    <a:pt x="8610" y="15755"/>
                  </a:cubicBezTo>
                  <a:cubicBezTo>
                    <a:pt x="7905" y="15755"/>
                    <a:pt x="7217" y="15432"/>
                    <a:pt x="6621" y="14822"/>
                  </a:cubicBezTo>
                  <a:cubicBezTo>
                    <a:pt x="5861" y="14043"/>
                    <a:pt x="5561" y="13114"/>
                    <a:pt x="5779" y="12206"/>
                  </a:cubicBezTo>
                  <a:cubicBezTo>
                    <a:pt x="5877" y="11797"/>
                    <a:pt x="5709" y="11370"/>
                    <a:pt x="5363" y="11144"/>
                  </a:cubicBezTo>
                  <a:cubicBezTo>
                    <a:pt x="4690" y="10706"/>
                    <a:pt x="4050" y="10398"/>
                    <a:pt x="3482" y="10183"/>
                  </a:cubicBezTo>
                  <a:cubicBezTo>
                    <a:pt x="4423" y="9658"/>
                    <a:pt x="5594" y="9186"/>
                    <a:pt x="6874" y="8827"/>
                  </a:cubicBezTo>
                  <a:cubicBezTo>
                    <a:pt x="6900" y="8820"/>
                    <a:pt x="6921" y="8803"/>
                    <a:pt x="6946" y="8793"/>
                  </a:cubicBezTo>
                  <a:lnTo>
                    <a:pt x="12510" y="14490"/>
                  </a:lnTo>
                  <a:cubicBezTo>
                    <a:pt x="12501" y="14515"/>
                    <a:pt x="12484" y="14536"/>
                    <a:pt x="12477" y="14563"/>
                  </a:cubicBezTo>
                  <a:moveTo>
                    <a:pt x="20922" y="167"/>
                  </a:moveTo>
                  <a:cubicBezTo>
                    <a:pt x="20813" y="55"/>
                    <a:pt x="20545" y="0"/>
                    <a:pt x="20157" y="0"/>
                  </a:cubicBezTo>
                  <a:cubicBezTo>
                    <a:pt x="18131" y="0"/>
                    <a:pt x="12842" y="1511"/>
                    <a:pt x="10012" y="4409"/>
                  </a:cubicBezTo>
                  <a:cubicBezTo>
                    <a:pt x="9345" y="5092"/>
                    <a:pt x="7134" y="7175"/>
                    <a:pt x="6621" y="7880"/>
                  </a:cubicBezTo>
                  <a:cubicBezTo>
                    <a:pt x="4961" y="8346"/>
                    <a:pt x="2544" y="9277"/>
                    <a:pt x="1196" y="10657"/>
                  </a:cubicBezTo>
                  <a:cubicBezTo>
                    <a:pt x="1196" y="10657"/>
                    <a:pt x="2841" y="10663"/>
                    <a:pt x="4848" y="11972"/>
                  </a:cubicBezTo>
                  <a:cubicBezTo>
                    <a:pt x="4556" y="13190"/>
                    <a:pt x="4926" y="14475"/>
                    <a:pt x="5943" y="15516"/>
                  </a:cubicBezTo>
                  <a:cubicBezTo>
                    <a:pt x="6735" y="16327"/>
                    <a:pt x="7672" y="16737"/>
                    <a:pt x="8610" y="16737"/>
                  </a:cubicBezTo>
                  <a:cubicBezTo>
                    <a:pt x="8876" y="16737"/>
                    <a:pt x="9142" y="16704"/>
                    <a:pt x="9405" y="16637"/>
                  </a:cubicBezTo>
                  <a:cubicBezTo>
                    <a:pt x="10683" y="18692"/>
                    <a:pt x="10690" y="20376"/>
                    <a:pt x="10690" y="20376"/>
                  </a:cubicBezTo>
                  <a:cubicBezTo>
                    <a:pt x="12038" y="18996"/>
                    <a:pt x="12948" y="16521"/>
                    <a:pt x="13402" y="14822"/>
                  </a:cubicBezTo>
                  <a:cubicBezTo>
                    <a:pt x="14091" y="14297"/>
                    <a:pt x="16126" y="12034"/>
                    <a:pt x="16793" y="11351"/>
                  </a:cubicBezTo>
                  <a:cubicBezTo>
                    <a:pt x="20164" y="7900"/>
                    <a:pt x="21600" y="861"/>
                    <a:pt x="20922" y="167"/>
                  </a:cubicBezTo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defTabSz="457200">
                <a:defRPr sz="3000">
                  <a:solidFill>
                    <a:srgbClr val="384F63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7" name="Our Product">
            <a:extLst>
              <a:ext uri="{FF2B5EF4-FFF2-40B4-BE49-F238E27FC236}">
                <a16:creationId xmlns:a16="http://schemas.microsoft.com/office/drawing/2014/main" id="{6F56013E-058F-5F41-ADFD-708139523722}"/>
              </a:ext>
            </a:extLst>
          </p:cNvPr>
          <p:cNvSpPr/>
          <p:nvPr/>
        </p:nvSpPr>
        <p:spPr>
          <a:xfrm>
            <a:off x="4120296" y="2814999"/>
            <a:ext cx="1476558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90000"/>
              </a:lnSpc>
              <a:defRPr sz="3000" b="1">
                <a:solidFill>
                  <a:srgbClr val="384F63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sz="120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Our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Montserrat Regular"/>
              <a:cs typeface="Arial" panose="020B0604020202020204" pitchFamily="34" charset="0"/>
            </a:endParaRPr>
          </a:p>
          <a:p>
            <a:pPr algn="ctr"/>
            <a:r>
              <a:rPr sz="120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 Product</a:t>
            </a:r>
          </a:p>
        </p:txBody>
      </p:sp>
      <p:sp>
        <p:nvSpPr>
          <p:cNvPr id="8" name="Circle">
            <a:extLst>
              <a:ext uri="{FF2B5EF4-FFF2-40B4-BE49-F238E27FC236}">
                <a16:creationId xmlns:a16="http://schemas.microsoft.com/office/drawing/2014/main" id="{E287FED9-CC36-284B-84FA-E1B8B0A149AF}"/>
              </a:ext>
            </a:extLst>
          </p:cNvPr>
          <p:cNvSpPr>
            <a:spLocks noChangeAspect="1"/>
          </p:cNvSpPr>
          <p:nvPr/>
        </p:nvSpPr>
        <p:spPr>
          <a:xfrm>
            <a:off x="7158046" y="2685325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384F63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9" name="Circle">
            <a:extLst>
              <a:ext uri="{FF2B5EF4-FFF2-40B4-BE49-F238E27FC236}">
                <a16:creationId xmlns:a16="http://schemas.microsoft.com/office/drawing/2014/main" id="{8E34FD0F-2D61-6140-BEC1-8C40B4D57E87}"/>
              </a:ext>
            </a:extLst>
          </p:cNvPr>
          <p:cNvSpPr>
            <a:spLocks noChangeAspect="1"/>
          </p:cNvSpPr>
          <p:nvPr/>
        </p:nvSpPr>
        <p:spPr>
          <a:xfrm>
            <a:off x="6591941" y="4264780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384F63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0" name="Circle">
            <a:extLst>
              <a:ext uri="{FF2B5EF4-FFF2-40B4-BE49-F238E27FC236}">
                <a16:creationId xmlns:a16="http://schemas.microsoft.com/office/drawing/2014/main" id="{319C307E-9A8B-AC40-AF41-E5E6A9BAC115}"/>
              </a:ext>
            </a:extLst>
          </p:cNvPr>
          <p:cNvSpPr>
            <a:spLocks noChangeAspect="1"/>
          </p:cNvSpPr>
          <p:nvPr/>
        </p:nvSpPr>
        <p:spPr>
          <a:xfrm>
            <a:off x="5000652" y="4048780"/>
            <a:ext cx="216000" cy="216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384F63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>
              <a:latin typeface="Arial"/>
              <a:ea typeface="Arial"/>
              <a:cs typeface="Arial"/>
            </a:endParaRPr>
          </a:p>
        </p:txBody>
      </p:sp>
      <p:sp>
        <p:nvSpPr>
          <p:cNvPr id="11" name="Our Product">
            <a:extLst>
              <a:ext uri="{FF2B5EF4-FFF2-40B4-BE49-F238E27FC236}">
                <a16:creationId xmlns:a16="http://schemas.microsoft.com/office/drawing/2014/main" id="{597FE105-4A61-FF40-A198-C2A7990743E8}"/>
              </a:ext>
            </a:extLst>
          </p:cNvPr>
          <p:cNvSpPr/>
          <p:nvPr/>
        </p:nvSpPr>
        <p:spPr>
          <a:xfrm>
            <a:off x="6527767" y="2959241"/>
            <a:ext cx="1476558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90000"/>
              </a:lnSpc>
              <a:defRPr sz="3000" b="1">
                <a:solidFill>
                  <a:srgbClr val="384F63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lang="en-US" sz="1200" b="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</a:t>
            </a:r>
          </a:p>
          <a:p>
            <a:pPr algn="ctr"/>
            <a:r>
              <a:rPr lang="en-US" sz="1200" b="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Product</a:t>
            </a:r>
          </a:p>
        </p:txBody>
      </p:sp>
      <p:sp>
        <p:nvSpPr>
          <p:cNvPr id="12" name="Our Product">
            <a:extLst>
              <a:ext uri="{FF2B5EF4-FFF2-40B4-BE49-F238E27FC236}">
                <a16:creationId xmlns:a16="http://schemas.microsoft.com/office/drawing/2014/main" id="{12010EB9-36DF-424A-A05C-6C37CD6F2AAE}"/>
              </a:ext>
            </a:extLst>
          </p:cNvPr>
          <p:cNvSpPr/>
          <p:nvPr/>
        </p:nvSpPr>
        <p:spPr>
          <a:xfrm>
            <a:off x="5961662" y="4538980"/>
            <a:ext cx="1476558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90000"/>
              </a:lnSpc>
              <a:defRPr sz="3000" b="1">
                <a:solidFill>
                  <a:srgbClr val="384F63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lang="en-US" sz="1200" b="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</a:t>
            </a:r>
          </a:p>
          <a:p>
            <a:pPr algn="ctr"/>
            <a:r>
              <a:rPr lang="en-US" sz="1200" b="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Product</a:t>
            </a:r>
          </a:p>
        </p:txBody>
      </p:sp>
      <p:sp>
        <p:nvSpPr>
          <p:cNvPr id="13" name="Our Product">
            <a:extLst>
              <a:ext uri="{FF2B5EF4-FFF2-40B4-BE49-F238E27FC236}">
                <a16:creationId xmlns:a16="http://schemas.microsoft.com/office/drawing/2014/main" id="{89B07EC8-5C4E-D84E-87BA-3E16175D4D7F}"/>
              </a:ext>
            </a:extLst>
          </p:cNvPr>
          <p:cNvSpPr/>
          <p:nvPr/>
        </p:nvSpPr>
        <p:spPr>
          <a:xfrm>
            <a:off x="4359849" y="4372780"/>
            <a:ext cx="1476558" cy="33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1155700">
              <a:lnSpc>
                <a:spcPct val="90000"/>
              </a:lnSpc>
              <a:defRPr sz="3000" b="1">
                <a:solidFill>
                  <a:srgbClr val="384F63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ctr"/>
            <a:r>
              <a:rPr lang="en-US" sz="1200" b="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Competitors</a:t>
            </a:r>
          </a:p>
          <a:p>
            <a:pPr algn="ctr"/>
            <a:r>
              <a:rPr lang="en-US" sz="1200" b="0" dirty="0">
                <a:solidFill>
                  <a:schemeClr val="tx1"/>
                </a:solidFill>
                <a:latin typeface="Arial" panose="020B0604020202020204" pitchFamily="34" charset="0"/>
                <a:ea typeface="Montserrat Regular"/>
                <a:cs typeface="Arial" panose="020B0604020202020204" pitchFamily="34" charset="0"/>
              </a:rPr>
              <a:t>Product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5432A00-2C5E-4E53-8835-FD273028922F}"/>
              </a:ext>
            </a:extLst>
          </p:cNvPr>
          <p:cNvGrpSpPr/>
          <p:nvPr/>
        </p:nvGrpSpPr>
        <p:grpSpPr>
          <a:xfrm>
            <a:off x="2094176" y="1345881"/>
            <a:ext cx="7557180" cy="4529553"/>
            <a:chOff x="3670300" y="2126312"/>
            <a:chExt cx="17208500" cy="10314272"/>
          </a:xfrm>
        </p:grpSpPr>
        <p:sp>
          <p:nvSpPr>
            <p:cNvPr id="15" name="Double Arrow">
              <a:extLst>
                <a:ext uri="{FF2B5EF4-FFF2-40B4-BE49-F238E27FC236}">
                  <a16:creationId xmlns:a16="http://schemas.microsoft.com/office/drawing/2014/main" id="{4F973C54-8B6C-434E-B172-58AF8F16D88C}"/>
                </a:ext>
              </a:extLst>
            </p:cNvPr>
            <p:cNvSpPr/>
            <p:nvPr userDrawn="1"/>
          </p:nvSpPr>
          <p:spPr>
            <a:xfrm rot="16199996">
              <a:off x="8026405" y="6908800"/>
              <a:ext cx="8496301" cy="876300"/>
            </a:xfrm>
            <a:prstGeom prst="leftRightArrow">
              <a:avLst>
                <a:gd name="adj1" fmla="val 39102"/>
                <a:gd name="adj2" fmla="val 64900"/>
              </a:avLst>
            </a:pr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384F63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>
                <a:solidFill>
                  <a:schemeClr val="bg1">
                    <a:lumMod val="8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6" name="Double Arrow">
              <a:extLst>
                <a:ext uri="{FF2B5EF4-FFF2-40B4-BE49-F238E27FC236}">
                  <a16:creationId xmlns:a16="http://schemas.microsoft.com/office/drawing/2014/main" id="{D70CCB0A-8165-4C3D-BB66-3E9C518391ED}"/>
                </a:ext>
              </a:extLst>
            </p:cNvPr>
            <p:cNvSpPr/>
            <p:nvPr userDrawn="1"/>
          </p:nvSpPr>
          <p:spPr>
            <a:xfrm>
              <a:off x="7937500" y="6985000"/>
              <a:ext cx="8686800" cy="749300"/>
            </a:xfrm>
            <a:prstGeom prst="leftRightArrow">
              <a:avLst>
                <a:gd name="adj1" fmla="val 39102"/>
                <a:gd name="adj2" fmla="val 75900"/>
              </a:avLst>
            </a:pr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384F63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>
                <a:solidFill>
                  <a:schemeClr val="bg1">
                    <a:lumMod val="85000"/>
                  </a:schemeClr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7" name="High Quality">
              <a:extLst>
                <a:ext uri="{FF2B5EF4-FFF2-40B4-BE49-F238E27FC236}">
                  <a16:creationId xmlns:a16="http://schemas.microsoft.com/office/drawing/2014/main" id="{83622C97-63E2-4904-9EFE-EA9FB8FBC3FF}"/>
                </a:ext>
              </a:extLst>
            </p:cNvPr>
            <p:cNvSpPr/>
            <p:nvPr userDrawn="1"/>
          </p:nvSpPr>
          <p:spPr>
            <a:xfrm>
              <a:off x="10414000" y="2126312"/>
              <a:ext cx="3733800" cy="56067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defRPr sz="3000" b="1">
                  <a:solidFill>
                    <a:srgbClr val="384F6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sz="1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ea typeface="Montserrat Regular"/>
                  <a:cs typeface="Arial" panose="020B0604020202020204" pitchFamily="34" charset="0"/>
                </a:rPr>
                <a:t>High Quality</a:t>
              </a:r>
            </a:p>
          </p:txBody>
        </p:sp>
        <p:sp>
          <p:nvSpPr>
            <p:cNvPr id="18" name="Low Quality">
              <a:extLst>
                <a:ext uri="{FF2B5EF4-FFF2-40B4-BE49-F238E27FC236}">
                  <a16:creationId xmlns:a16="http://schemas.microsoft.com/office/drawing/2014/main" id="{A76022E2-3578-48EB-A39E-C9055DC6AC20}"/>
                </a:ext>
              </a:extLst>
            </p:cNvPr>
            <p:cNvSpPr/>
            <p:nvPr userDrawn="1"/>
          </p:nvSpPr>
          <p:spPr>
            <a:xfrm>
              <a:off x="10414000" y="11879913"/>
              <a:ext cx="3733800" cy="56067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defRPr sz="3000" b="1">
                  <a:solidFill>
                    <a:srgbClr val="384F6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sz="1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ea typeface="Montserrat Regular"/>
                  <a:cs typeface="Arial" panose="020B0604020202020204" pitchFamily="34" charset="0"/>
                </a:rPr>
                <a:t>Low Quality</a:t>
              </a:r>
            </a:p>
          </p:txBody>
        </p:sp>
        <p:sp>
          <p:nvSpPr>
            <p:cNvPr id="19" name="High Price">
              <a:extLst>
                <a:ext uri="{FF2B5EF4-FFF2-40B4-BE49-F238E27FC236}">
                  <a16:creationId xmlns:a16="http://schemas.microsoft.com/office/drawing/2014/main" id="{F5B136F4-B9F1-439C-BAF0-52AE63AADAD2}"/>
                </a:ext>
              </a:extLst>
            </p:cNvPr>
            <p:cNvSpPr/>
            <p:nvPr userDrawn="1"/>
          </p:nvSpPr>
          <p:spPr>
            <a:xfrm>
              <a:off x="17145000" y="7066612"/>
              <a:ext cx="3733800" cy="56067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algn="l" defTabSz="1155700">
                <a:defRPr sz="3000" b="1">
                  <a:solidFill>
                    <a:srgbClr val="384F6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sz="1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ea typeface="Montserrat Regular"/>
                  <a:cs typeface="Arial" panose="020B0604020202020204" pitchFamily="34" charset="0"/>
                </a:rPr>
                <a:t>High Price</a:t>
              </a:r>
            </a:p>
          </p:txBody>
        </p:sp>
        <p:sp>
          <p:nvSpPr>
            <p:cNvPr id="20" name="Low Price">
              <a:extLst>
                <a:ext uri="{FF2B5EF4-FFF2-40B4-BE49-F238E27FC236}">
                  <a16:creationId xmlns:a16="http://schemas.microsoft.com/office/drawing/2014/main" id="{31FFF063-5ECD-4D2C-9935-DBBB79152BA1}"/>
                </a:ext>
              </a:extLst>
            </p:cNvPr>
            <p:cNvSpPr/>
            <p:nvPr userDrawn="1"/>
          </p:nvSpPr>
          <p:spPr>
            <a:xfrm>
              <a:off x="3670300" y="7066612"/>
              <a:ext cx="3733800" cy="56067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algn="r" defTabSz="1155700">
                <a:defRPr sz="3000" b="1">
                  <a:solidFill>
                    <a:srgbClr val="384F63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 algn="ctr"/>
              <a:r>
                <a:rPr sz="1600" dirty="0">
                  <a:solidFill>
                    <a:schemeClr val="bg1">
                      <a:lumMod val="85000"/>
                    </a:schemeClr>
                  </a:solidFill>
                  <a:latin typeface="Arial" panose="020B0604020202020204" pitchFamily="34" charset="0"/>
                  <a:ea typeface="Montserrat Regular"/>
                  <a:cs typeface="Arial" panose="020B0604020202020204" pitchFamily="34" charset="0"/>
                </a:rPr>
                <a:t>Low Price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0468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DD391-D2AF-CF46-8857-EBBFC399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E7D668-7BFF-0049-BC1B-DAEB35A9FA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5483330"/>
      </p:ext>
    </p:extLst>
  </p:cSld>
  <p:clrMapOvr>
    <a:masterClrMapping/>
  </p:clrMapOvr>
</p:sld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{29B76146-3854-AD48-A2E6-82F50489493A}tf16401369</Template>
  <TotalTime>838</TotalTime>
  <Words>334</Words>
  <Application>Microsoft Office PowerPoint</Application>
  <PresentationFormat>宽屏</PresentationFormat>
  <Paragraphs>64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Montserrat Regular</vt:lpstr>
      <vt:lpstr>Source Han Sans SC</vt:lpstr>
      <vt:lpstr>黑体</vt:lpstr>
      <vt:lpstr>Amazon Ember</vt:lpstr>
      <vt:lpstr>Arial</vt:lpstr>
      <vt:lpstr>Helvetica</vt:lpstr>
      <vt:lpstr>Wingdings</vt:lpstr>
      <vt:lpstr>地图集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subject/>
  <dc:creator>赵颖颖</dc:creator>
  <cp:keywords/>
  <dc:description/>
  <cp:lastModifiedBy>Shen Chengwei</cp:lastModifiedBy>
  <cp:revision>82</cp:revision>
  <dcterms:created xsi:type="dcterms:W3CDTF">2016-06-17T18:22:10Z</dcterms:created>
  <dcterms:modified xsi:type="dcterms:W3CDTF">2023-03-19T15:24:59Z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